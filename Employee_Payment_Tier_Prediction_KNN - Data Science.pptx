
<file path=[Content_Types].xml><?xml version="1.0" encoding="utf-8"?>
<Types xmlns="http://schemas.openxmlformats.org/package/2006/content-types">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sldIdLst>
    <p:sldId id="530" r:id="rId5"/>
    <p:sldId id="531" r:id="rId6"/>
    <p:sldId id="533" r:id="rId7"/>
    <p:sldId id="545" r:id="rId8"/>
    <p:sldId id="546" r:id="rId9"/>
    <p:sldId id="547" r:id="rId10"/>
    <p:sldId id="548" r:id="rId11"/>
    <p:sldId id="549" r:id="rId12"/>
    <p:sldId id="550" r:id="rId13"/>
    <p:sldId id="551" r:id="rId14"/>
    <p:sldId id="552" r:id="rId15"/>
    <p:sldId id="553" r:id="rId16"/>
    <p:sldId id="554" r:id="rId17"/>
    <p:sldId id="543" r:id="rId18"/>
    <p:sldId id="54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2EE"/>
    <a:srgbClr val="F01688"/>
    <a:srgbClr val="2F21F3"/>
    <a:srgbClr val="FEB52B"/>
    <a:srgbClr val="F01689"/>
    <a:srgbClr val="6F22E3"/>
    <a:srgbClr val="E218A3"/>
    <a:srgbClr val="BA20DB"/>
    <a:srgbClr val="6A23F1"/>
    <a:srgbClr val="2F2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E37655-3F01-45EC-ADFE-52DF95732674}" v="36" dt="2024-12-15T10:51:32.047"/>
    <p1510:client id="{F9CDE8AE-E364-4569-A252-46D1E9CF9AAD}" v="14" dt="2024-12-16T03:20:58.2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886" autoAdjust="0"/>
  </p:normalViewPr>
  <p:slideViewPr>
    <p:cSldViewPr snapToGrid="0">
      <p:cViewPr varScale="1">
        <p:scale>
          <a:sx n="57" d="100"/>
          <a:sy n="57" d="100"/>
        </p:scale>
        <p:origin x="1016"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eyash Patel" userId="87becf3f102fbcae" providerId="LiveId" clId="{F9CDE8AE-E364-4569-A252-46D1E9CF9AAD}"/>
    <pc:docChg chg="undo custSel modSld">
      <pc:chgData name="Preyash Patel" userId="87becf3f102fbcae" providerId="LiveId" clId="{F9CDE8AE-E364-4569-A252-46D1E9CF9AAD}" dt="2024-12-16T03:33:41.049" v="30" actId="20577"/>
      <pc:docMkLst>
        <pc:docMk/>
      </pc:docMkLst>
      <pc:sldChg chg="addSp delSp modSp">
        <pc:chgData name="Preyash Patel" userId="87becf3f102fbcae" providerId="LiveId" clId="{F9CDE8AE-E364-4569-A252-46D1E9CF9AAD}" dt="2024-12-16T03:20:04.737" v="27"/>
        <pc:sldMkLst>
          <pc:docMk/>
          <pc:sldMk cId="1723491119" sldId="530"/>
        </pc:sldMkLst>
        <pc:picChg chg="add del mod">
          <ac:chgData name="Preyash Patel" userId="87becf3f102fbcae" providerId="LiveId" clId="{F9CDE8AE-E364-4569-A252-46D1E9CF9AAD}" dt="2024-12-16T03:20:04.737" v="27"/>
          <ac:picMkLst>
            <pc:docMk/>
            <pc:sldMk cId="1723491119" sldId="530"/>
            <ac:picMk id="4" creationId="{08F6DE15-82BC-7383-E70A-9F338BD796BF}"/>
          </ac:picMkLst>
        </pc:picChg>
        <pc:picChg chg="add mod">
          <ac:chgData name="Preyash Patel" userId="87becf3f102fbcae" providerId="LiveId" clId="{F9CDE8AE-E364-4569-A252-46D1E9CF9AAD}" dt="2024-12-16T03:20:04.737" v="27"/>
          <ac:picMkLst>
            <pc:docMk/>
            <pc:sldMk cId="1723491119" sldId="530"/>
            <ac:picMk id="5" creationId="{AC853481-0CB3-DA7B-2337-D64E11FABCA1}"/>
          </ac:picMkLst>
        </pc:picChg>
      </pc:sldChg>
      <pc:sldChg chg="addSp delSp modSp mod">
        <pc:chgData name="Preyash Patel" userId="87becf3f102fbcae" providerId="LiveId" clId="{F9CDE8AE-E364-4569-A252-46D1E9CF9AAD}" dt="2024-12-16T03:20:58.265" v="28"/>
        <pc:sldMkLst>
          <pc:docMk/>
          <pc:sldMk cId="3548027083" sldId="531"/>
        </pc:sldMkLst>
        <pc:spChg chg="mod">
          <ac:chgData name="Preyash Patel" userId="87becf3f102fbcae" providerId="LiveId" clId="{F9CDE8AE-E364-4569-A252-46D1E9CF9AAD}" dt="2024-12-16T02:45:19.379" v="14" actId="20577"/>
          <ac:spMkLst>
            <pc:docMk/>
            <pc:sldMk cId="3548027083" sldId="531"/>
            <ac:spMk id="3" creationId="{199158D4-7B61-0A48-E33F-792278D05724}"/>
          </ac:spMkLst>
        </pc:spChg>
        <pc:spChg chg="del">
          <ac:chgData name="Preyash Patel" userId="87becf3f102fbcae" providerId="LiveId" clId="{F9CDE8AE-E364-4569-A252-46D1E9CF9AAD}" dt="2024-12-16T02:43:06.769" v="0" actId="478"/>
          <ac:spMkLst>
            <pc:docMk/>
            <pc:sldMk cId="3548027083" sldId="531"/>
            <ac:spMk id="4" creationId="{DDD0AE42-75AF-229C-2692-C10ADA4FFA83}"/>
          </ac:spMkLst>
        </pc:spChg>
        <pc:spChg chg="del">
          <ac:chgData name="Preyash Patel" userId="87becf3f102fbcae" providerId="LiveId" clId="{F9CDE8AE-E364-4569-A252-46D1E9CF9AAD}" dt="2024-12-16T02:43:11.867" v="1" actId="478"/>
          <ac:spMkLst>
            <pc:docMk/>
            <pc:sldMk cId="3548027083" sldId="531"/>
            <ac:spMk id="5" creationId="{9157728F-9EA1-A705-8E4D-B7823E4F4C26}"/>
          </ac:spMkLst>
        </pc:spChg>
        <pc:picChg chg="add del mod">
          <ac:chgData name="Preyash Patel" userId="87becf3f102fbcae" providerId="LiveId" clId="{F9CDE8AE-E364-4569-A252-46D1E9CF9AAD}" dt="2024-12-16T03:20:58.265" v="28"/>
          <ac:picMkLst>
            <pc:docMk/>
            <pc:sldMk cId="3548027083" sldId="531"/>
            <ac:picMk id="6" creationId="{4F590324-1EE7-76FA-33CF-551E9528C0A5}"/>
          </ac:picMkLst>
        </pc:picChg>
        <pc:picChg chg="add mod">
          <ac:chgData name="Preyash Patel" userId="87becf3f102fbcae" providerId="LiveId" clId="{F9CDE8AE-E364-4569-A252-46D1E9CF9AAD}" dt="2024-12-16T03:20:58.265" v="28"/>
          <ac:picMkLst>
            <pc:docMk/>
            <pc:sldMk cId="3548027083" sldId="531"/>
            <ac:picMk id="7" creationId="{94F78965-A982-BA5A-D1CE-EBA0A90651FA}"/>
          </ac:picMkLst>
        </pc:picChg>
      </pc:sldChg>
      <pc:sldChg chg="addSp delSp modSp">
        <pc:chgData name="Preyash Patel" userId="87becf3f102fbcae" providerId="LiveId" clId="{F9CDE8AE-E364-4569-A252-46D1E9CF9AAD}" dt="2024-12-16T02:52:16.871" v="17"/>
        <pc:sldMkLst>
          <pc:docMk/>
          <pc:sldMk cId="3380759881" sldId="533"/>
        </pc:sldMkLst>
        <pc:picChg chg="add del mod">
          <ac:chgData name="Preyash Patel" userId="87becf3f102fbcae" providerId="LiveId" clId="{F9CDE8AE-E364-4569-A252-46D1E9CF9AAD}" dt="2024-12-16T02:49:14.675" v="16"/>
          <ac:picMkLst>
            <pc:docMk/>
            <pc:sldMk cId="3380759881" sldId="533"/>
            <ac:picMk id="4" creationId="{D26ED8CA-23EE-2535-E90D-7266844CB369}"/>
          </ac:picMkLst>
        </pc:picChg>
        <pc:picChg chg="add del mod">
          <ac:chgData name="Preyash Patel" userId="87becf3f102fbcae" providerId="LiveId" clId="{F9CDE8AE-E364-4569-A252-46D1E9CF9AAD}" dt="2024-12-16T02:52:16.871" v="17"/>
          <ac:picMkLst>
            <pc:docMk/>
            <pc:sldMk cId="3380759881" sldId="533"/>
            <ac:picMk id="5" creationId="{382A655E-BC08-FD23-7D3E-8E8F9C3FC249}"/>
          </ac:picMkLst>
        </pc:picChg>
        <pc:picChg chg="add mod">
          <ac:chgData name="Preyash Patel" userId="87becf3f102fbcae" providerId="LiveId" clId="{F9CDE8AE-E364-4569-A252-46D1E9CF9AAD}" dt="2024-12-16T02:52:16.871" v="17"/>
          <ac:picMkLst>
            <pc:docMk/>
            <pc:sldMk cId="3380759881" sldId="533"/>
            <ac:picMk id="6" creationId="{711E5EFE-A367-3386-8BE8-062C684A9EB1}"/>
          </ac:picMkLst>
        </pc:picChg>
      </pc:sldChg>
      <pc:sldChg chg="addSp modSp">
        <pc:chgData name="Preyash Patel" userId="87becf3f102fbcae" providerId="LiveId" clId="{F9CDE8AE-E364-4569-A252-46D1E9CF9AAD}" dt="2024-12-16T03:19:04.886" v="26"/>
        <pc:sldMkLst>
          <pc:docMk/>
          <pc:sldMk cId="1958759625" sldId="543"/>
        </pc:sldMkLst>
        <pc:picChg chg="add mod">
          <ac:chgData name="Preyash Patel" userId="87becf3f102fbcae" providerId="LiveId" clId="{F9CDE8AE-E364-4569-A252-46D1E9CF9AAD}" dt="2024-12-16T03:19:04.886" v="26"/>
          <ac:picMkLst>
            <pc:docMk/>
            <pc:sldMk cId="1958759625" sldId="543"/>
            <ac:picMk id="4" creationId="{52995673-EB95-D203-D429-2041ED3119BF}"/>
          </ac:picMkLst>
        </pc:picChg>
      </pc:sldChg>
      <pc:sldChg chg="addSp modSp">
        <pc:chgData name="Preyash Patel" userId="87becf3f102fbcae" providerId="LiveId" clId="{F9CDE8AE-E364-4569-A252-46D1E9CF9AAD}" dt="2024-12-16T03:19:04.886" v="26"/>
        <pc:sldMkLst>
          <pc:docMk/>
          <pc:sldMk cId="1877701230" sldId="544"/>
        </pc:sldMkLst>
        <pc:picChg chg="add mod">
          <ac:chgData name="Preyash Patel" userId="87becf3f102fbcae" providerId="LiveId" clId="{F9CDE8AE-E364-4569-A252-46D1E9CF9AAD}" dt="2024-12-16T03:19:04.886" v="26"/>
          <ac:picMkLst>
            <pc:docMk/>
            <pc:sldMk cId="1877701230" sldId="544"/>
            <ac:picMk id="3" creationId="{DDA6C0D4-B5A4-5325-8A22-BCD981879596}"/>
          </ac:picMkLst>
        </pc:picChg>
      </pc:sldChg>
      <pc:sldChg chg="addSp delSp modSp">
        <pc:chgData name="Preyash Patel" userId="87becf3f102fbcae" providerId="LiveId" clId="{F9CDE8AE-E364-4569-A252-46D1E9CF9AAD}" dt="2024-12-16T02:54:09.186" v="18"/>
        <pc:sldMkLst>
          <pc:docMk/>
          <pc:sldMk cId="2668248731" sldId="545"/>
        </pc:sldMkLst>
        <pc:picChg chg="add del mod">
          <ac:chgData name="Preyash Patel" userId="87becf3f102fbcae" providerId="LiveId" clId="{F9CDE8AE-E364-4569-A252-46D1E9CF9AAD}" dt="2024-12-16T02:54:09.186" v="18"/>
          <ac:picMkLst>
            <pc:docMk/>
            <pc:sldMk cId="2668248731" sldId="545"/>
            <ac:picMk id="6" creationId="{FC7970B3-2BEA-9388-3681-9D44DBA37DB2}"/>
          </ac:picMkLst>
        </pc:picChg>
        <pc:picChg chg="add mod">
          <ac:chgData name="Preyash Patel" userId="87becf3f102fbcae" providerId="LiveId" clId="{F9CDE8AE-E364-4569-A252-46D1E9CF9AAD}" dt="2024-12-16T02:54:09.186" v="18"/>
          <ac:picMkLst>
            <pc:docMk/>
            <pc:sldMk cId="2668248731" sldId="545"/>
            <ac:picMk id="7" creationId="{2C910B0E-6BCB-D89B-DF25-B03387BC61B1}"/>
          </ac:picMkLst>
        </pc:picChg>
      </pc:sldChg>
      <pc:sldChg chg="addSp delSp modSp">
        <pc:chgData name="Preyash Patel" userId="87becf3f102fbcae" providerId="LiveId" clId="{F9CDE8AE-E364-4569-A252-46D1E9CF9AAD}" dt="2024-12-16T03:04:31.994" v="20"/>
        <pc:sldMkLst>
          <pc:docMk/>
          <pc:sldMk cId="1947902090" sldId="546"/>
        </pc:sldMkLst>
        <pc:picChg chg="add del mod">
          <ac:chgData name="Preyash Patel" userId="87becf3f102fbcae" providerId="LiveId" clId="{F9CDE8AE-E364-4569-A252-46D1E9CF9AAD}" dt="2024-12-16T02:56:18.483" v="19"/>
          <ac:picMkLst>
            <pc:docMk/>
            <pc:sldMk cId="1947902090" sldId="546"/>
            <ac:picMk id="2" creationId="{1D6C5426-DF81-B5EB-A8E3-B2F8F8E0BB1C}"/>
          </ac:picMkLst>
        </pc:picChg>
        <pc:picChg chg="add del mod">
          <ac:chgData name="Preyash Patel" userId="87becf3f102fbcae" providerId="LiveId" clId="{F9CDE8AE-E364-4569-A252-46D1E9CF9AAD}" dt="2024-12-16T03:04:31.994" v="20"/>
          <ac:picMkLst>
            <pc:docMk/>
            <pc:sldMk cId="1947902090" sldId="546"/>
            <ac:picMk id="3" creationId="{C9211440-E523-EBA3-420D-4BB7E74E7C12}"/>
          </ac:picMkLst>
        </pc:picChg>
        <pc:picChg chg="add mod">
          <ac:chgData name="Preyash Patel" userId="87becf3f102fbcae" providerId="LiveId" clId="{F9CDE8AE-E364-4569-A252-46D1E9CF9AAD}" dt="2024-12-16T03:04:31.994" v="20"/>
          <ac:picMkLst>
            <pc:docMk/>
            <pc:sldMk cId="1947902090" sldId="546"/>
            <ac:picMk id="6" creationId="{F48E698D-A608-F59A-8A1F-31F5D5F250A2}"/>
          </ac:picMkLst>
        </pc:picChg>
      </pc:sldChg>
      <pc:sldChg chg="addSp delSp modSp">
        <pc:chgData name="Preyash Patel" userId="87becf3f102fbcae" providerId="LiveId" clId="{F9CDE8AE-E364-4569-A252-46D1E9CF9AAD}" dt="2024-12-16T03:06:27.631" v="21"/>
        <pc:sldMkLst>
          <pc:docMk/>
          <pc:sldMk cId="4140389630" sldId="547"/>
        </pc:sldMkLst>
        <pc:picChg chg="add del mod">
          <ac:chgData name="Preyash Patel" userId="87becf3f102fbcae" providerId="LiveId" clId="{F9CDE8AE-E364-4569-A252-46D1E9CF9AAD}" dt="2024-12-16T03:06:27.631" v="21"/>
          <ac:picMkLst>
            <pc:docMk/>
            <pc:sldMk cId="4140389630" sldId="547"/>
            <ac:picMk id="2" creationId="{2FBA4702-A4FB-5BB6-30FA-CA4A099209A1}"/>
          </ac:picMkLst>
        </pc:picChg>
        <pc:picChg chg="add mod">
          <ac:chgData name="Preyash Patel" userId="87becf3f102fbcae" providerId="LiveId" clId="{F9CDE8AE-E364-4569-A252-46D1E9CF9AAD}" dt="2024-12-16T03:06:27.631" v="21"/>
          <ac:picMkLst>
            <pc:docMk/>
            <pc:sldMk cId="4140389630" sldId="547"/>
            <ac:picMk id="3" creationId="{EB483359-3CB0-9909-73D2-63724C7B3EE7}"/>
          </ac:picMkLst>
        </pc:picChg>
      </pc:sldChg>
      <pc:sldChg chg="addSp modSp">
        <pc:chgData name="Preyash Patel" userId="87becf3f102fbcae" providerId="LiveId" clId="{F9CDE8AE-E364-4569-A252-46D1E9CF9AAD}" dt="2024-12-16T03:06:27.631" v="21"/>
        <pc:sldMkLst>
          <pc:docMk/>
          <pc:sldMk cId="135698330" sldId="548"/>
        </pc:sldMkLst>
        <pc:picChg chg="add mod">
          <ac:chgData name="Preyash Patel" userId="87becf3f102fbcae" providerId="LiveId" clId="{F9CDE8AE-E364-4569-A252-46D1E9CF9AAD}" dt="2024-12-16T03:06:27.631" v="21"/>
          <ac:picMkLst>
            <pc:docMk/>
            <pc:sldMk cId="135698330" sldId="548"/>
            <ac:picMk id="5" creationId="{F2EDB8C8-2716-5B3D-386E-308BE6B86530}"/>
          </ac:picMkLst>
        </pc:picChg>
      </pc:sldChg>
      <pc:sldChg chg="addSp delSp modSp mod">
        <pc:chgData name="Preyash Patel" userId="87becf3f102fbcae" providerId="LiveId" clId="{F9CDE8AE-E364-4569-A252-46D1E9CF9AAD}" dt="2024-12-16T03:33:41.049" v="30" actId="20577"/>
        <pc:sldMkLst>
          <pc:docMk/>
          <pc:sldMk cId="3981904747" sldId="549"/>
        </pc:sldMkLst>
        <pc:spChg chg="mod">
          <ac:chgData name="Preyash Patel" userId="87becf3f102fbcae" providerId="LiveId" clId="{F9CDE8AE-E364-4569-A252-46D1E9CF9AAD}" dt="2024-12-16T03:33:41.049" v="30" actId="20577"/>
          <ac:spMkLst>
            <pc:docMk/>
            <pc:sldMk cId="3981904747" sldId="549"/>
            <ac:spMk id="3" creationId="{B704E08A-7968-9CE7-2B76-345F67B6174F}"/>
          </ac:spMkLst>
        </pc:spChg>
        <pc:picChg chg="add del mod">
          <ac:chgData name="Preyash Patel" userId="87becf3f102fbcae" providerId="LiveId" clId="{F9CDE8AE-E364-4569-A252-46D1E9CF9AAD}" dt="2024-12-16T03:08:54.922" v="22"/>
          <ac:picMkLst>
            <pc:docMk/>
            <pc:sldMk cId="3981904747" sldId="549"/>
            <ac:picMk id="5" creationId="{3896F8A9-43BD-9948-12C9-A9E2C1833C92}"/>
          </ac:picMkLst>
        </pc:picChg>
        <pc:picChg chg="add del mod">
          <ac:chgData name="Preyash Patel" userId="87becf3f102fbcae" providerId="LiveId" clId="{F9CDE8AE-E364-4569-A252-46D1E9CF9AAD}" dt="2024-12-16T03:10:21.008" v="23"/>
          <ac:picMkLst>
            <pc:docMk/>
            <pc:sldMk cId="3981904747" sldId="549"/>
            <ac:picMk id="6" creationId="{7B5ACBBE-56F9-D30B-FCB3-1BC754F6BEBF}"/>
          </ac:picMkLst>
        </pc:picChg>
        <pc:picChg chg="add mod">
          <ac:chgData name="Preyash Patel" userId="87becf3f102fbcae" providerId="LiveId" clId="{F9CDE8AE-E364-4569-A252-46D1E9CF9AAD}" dt="2024-12-16T03:10:21.008" v="23"/>
          <ac:picMkLst>
            <pc:docMk/>
            <pc:sldMk cId="3981904747" sldId="549"/>
            <ac:picMk id="7" creationId="{A65B50F2-FCC9-14BF-55A3-8D0A7E08C600}"/>
          </ac:picMkLst>
        </pc:picChg>
      </pc:sldChg>
      <pc:sldChg chg="addSp delSp modSp">
        <pc:chgData name="Preyash Patel" userId="87becf3f102fbcae" providerId="LiveId" clId="{F9CDE8AE-E364-4569-A252-46D1E9CF9AAD}" dt="2024-12-16T03:15:19.173" v="24"/>
        <pc:sldMkLst>
          <pc:docMk/>
          <pc:sldMk cId="2721187902" sldId="550"/>
        </pc:sldMkLst>
        <pc:picChg chg="add del mod">
          <ac:chgData name="Preyash Patel" userId="87becf3f102fbcae" providerId="LiveId" clId="{F9CDE8AE-E364-4569-A252-46D1E9CF9AAD}" dt="2024-12-16T03:15:19.173" v="24"/>
          <ac:picMkLst>
            <pc:docMk/>
            <pc:sldMk cId="2721187902" sldId="550"/>
            <ac:picMk id="5" creationId="{164FD74E-C177-D82E-A9CF-7B2BB641CDA0}"/>
          </ac:picMkLst>
        </pc:picChg>
        <pc:picChg chg="add mod">
          <ac:chgData name="Preyash Patel" userId="87becf3f102fbcae" providerId="LiveId" clId="{F9CDE8AE-E364-4569-A252-46D1E9CF9AAD}" dt="2024-12-16T03:15:19.173" v="24"/>
          <ac:picMkLst>
            <pc:docMk/>
            <pc:sldMk cId="2721187902" sldId="550"/>
            <ac:picMk id="6" creationId="{264FC3C4-15E5-DC33-364F-7712DCBFD4FC}"/>
          </ac:picMkLst>
        </pc:picChg>
      </pc:sldChg>
      <pc:sldChg chg="addSp modSp">
        <pc:chgData name="Preyash Patel" userId="87becf3f102fbcae" providerId="LiveId" clId="{F9CDE8AE-E364-4569-A252-46D1E9CF9AAD}" dt="2024-12-16T03:15:19.173" v="24"/>
        <pc:sldMkLst>
          <pc:docMk/>
          <pc:sldMk cId="1669131501" sldId="551"/>
        </pc:sldMkLst>
        <pc:picChg chg="add mod">
          <ac:chgData name="Preyash Patel" userId="87becf3f102fbcae" providerId="LiveId" clId="{F9CDE8AE-E364-4569-A252-46D1E9CF9AAD}" dt="2024-12-16T03:15:19.173" v="24"/>
          <ac:picMkLst>
            <pc:docMk/>
            <pc:sldMk cId="1669131501" sldId="551"/>
            <ac:picMk id="2" creationId="{FF533710-CC41-4077-4EE8-EFDA95535A7E}"/>
          </ac:picMkLst>
        </pc:picChg>
      </pc:sldChg>
      <pc:sldChg chg="addSp modSp">
        <pc:chgData name="Preyash Patel" userId="87becf3f102fbcae" providerId="LiveId" clId="{F9CDE8AE-E364-4569-A252-46D1E9CF9AAD}" dt="2024-12-16T03:15:19.173" v="24"/>
        <pc:sldMkLst>
          <pc:docMk/>
          <pc:sldMk cId="2089928048" sldId="552"/>
        </pc:sldMkLst>
        <pc:picChg chg="add mod">
          <ac:chgData name="Preyash Patel" userId="87becf3f102fbcae" providerId="LiveId" clId="{F9CDE8AE-E364-4569-A252-46D1E9CF9AAD}" dt="2024-12-16T03:15:19.173" v="24"/>
          <ac:picMkLst>
            <pc:docMk/>
            <pc:sldMk cId="2089928048" sldId="552"/>
            <ac:picMk id="2" creationId="{A3C274B1-ABD6-E5EB-3C26-77E5B75AE5F8}"/>
          </ac:picMkLst>
        </pc:picChg>
      </pc:sldChg>
      <pc:sldChg chg="addSp delSp modSp">
        <pc:chgData name="Preyash Patel" userId="87becf3f102fbcae" providerId="LiveId" clId="{F9CDE8AE-E364-4569-A252-46D1E9CF9AAD}" dt="2024-12-16T03:19:04.886" v="26"/>
        <pc:sldMkLst>
          <pc:docMk/>
          <pc:sldMk cId="2933477850" sldId="553"/>
        </pc:sldMkLst>
        <pc:picChg chg="add del mod">
          <ac:chgData name="Preyash Patel" userId="87becf3f102fbcae" providerId="LiveId" clId="{F9CDE8AE-E364-4569-A252-46D1E9CF9AAD}" dt="2024-12-16T03:15:33.741" v="25"/>
          <ac:picMkLst>
            <pc:docMk/>
            <pc:sldMk cId="2933477850" sldId="553"/>
            <ac:picMk id="3" creationId="{E4D1BA63-5019-A3F8-E2F1-1B569FB0D874}"/>
          </ac:picMkLst>
        </pc:picChg>
        <pc:picChg chg="add del mod">
          <ac:chgData name="Preyash Patel" userId="87becf3f102fbcae" providerId="LiveId" clId="{F9CDE8AE-E364-4569-A252-46D1E9CF9AAD}" dt="2024-12-16T03:19:04.886" v="26"/>
          <ac:picMkLst>
            <pc:docMk/>
            <pc:sldMk cId="2933477850" sldId="553"/>
            <ac:picMk id="4" creationId="{CEF49511-B2A1-7553-8F8C-20417314E90E}"/>
          </ac:picMkLst>
        </pc:picChg>
        <pc:picChg chg="add mod">
          <ac:chgData name="Preyash Patel" userId="87becf3f102fbcae" providerId="LiveId" clId="{F9CDE8AE-E364-4569-A252-46D1E9CF9AAD}" dt="2024-12-16T03:19:04.886" v="26"/>
          <ac:picMkLst>
            <pc:docMk/>
            <pc:sldMk cId="2933477850" sldId="553"/>
            <ac:picMk id="5" creationId="{9A0A8245-BD50-5441-8DB5-BA9FD6BA60F1}"/>
          </ac:picMkLst>
        </pc:picChg>
      </pc:sldChg>
      <pc:sldChg chg="addSp modSp">
        <pc:chgData name="Preyash Patel" userId="87becf3f102fbcae" providerId="LiveId" clId="{F9CDE8AE-E364-4569-A252-46D1E9CF9AAD}" dt="2024-12-16T03:19:04.886" v="26"/>
        <pc:sldMkLst>
          <pc:docMk/>
          <pc:sldMk cId="3886176833" sldId="554"/>
        </pc:sldMkLst>
        <pc:picChg chg="add mod">
          <ac:chgData name="Preyash Patel" userId="87becf3f102fbcae" providerId="LiveId" clId="{F9CDE8AE-E364-4569-A252-46D1E9CF9AAD}" dt="2024-12-16T03:19:04.886" v="26"/>
          <ac:picMkLst>
            <pc:docMk/>
            <pc:sldMk cId="3886176833" sldId="554"/>
            <ac:picMk id="2" creationId="{D8285C54-4E38-CEE2-1989-724048F52AF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12/31/2025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C058E0-0852-DB43-83D6-BD76659FF1D8}" type="slidenum">
              <a:rPr lang="en-US" smtClean="0"/>
              <a:t>7</a:t>
            </a:fld>
            <a:endParaRPr lang="en-US" dirty="0"/>
          </a:p>
        </p:txBody>
      </p:sp>
    </p:spTree>
    <p:extLst>
      <p:ext uri="{BB962C8B-B14F-4D97-AF65-F5344CB8AC3E}">
        <p14:creationId xmlns:p14="http://schemas.microsoft.com/office/powerpoint/2010/main" val="761462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p:txBody>
          <a:bodyPr/>
          <a:lstStyle/>
          <a:p>
            <a:r>
              <a:rPr lang="en-US" sz="7200" dirty="0"/>
              <a:t>Employee dataset</a:t>
            </a:r>
          </a:p>
        </p:txBody>
      </p:sp>
      <p:sp>
        <p:nvSpPr>
          <p:cNvPr id="3" name="Subtitle 2">
            <a:extLst>
              <a:ext uri="{FF2B5EF4-FFF2-40B4-BE49-F238E27FC236}">
                <a16:creationId xmlns:a16="http://schemas.microsoft.com/office/drawing/2014/main" id="{696329B1-2D04-0F3A-1081-C5117D8CE122}"/>
              </a:ext>
            </a:extLst>
          </p:cNvPr>
          <p:cNvSpPr>
            <a:spLocks noGrp="1"/>
          </p:cNvSpPr>
          <p:nvPr>
            <p:ph type="subTitle" idx="1"/>
          </p:nvPr>
        </p:nvSpPr>
        <p:spPr/>
        <p:txBody>
          <a:bodyPr/>
          <a:lstStyle/>
          <a:p>
            <a:r>
              <a:rPr lang="en-US" sz="4000" b="1" dirty="0"/>
              <a:t>Presented By Preyash Patel</a:t>
            </a:r>
          </a:p>
          <a:p>
            <a:endParaRPr lang="en-US" dirty="0"/>
          </a:p>
        </p:txBody>
      </p:sp>
      <p:pic>
        <p:nvPicPr>
          <p:cNvPr id="5" name="Audio 4">
            <a:hlinkClick r:id="" action="ppaction://media"/>
            <a:extLst>
              <a:ext uri="{FF2B5EF4-FFF2-40B4-BE49-F238E27FC236}">
                <a16:creationId xmlns:a16="http://schemas.microsoft.com/office/drawing/2014/main" id="{AC853481-0CB3-DA7B-2337-D64E11FABCA1}"/>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325000" t="-160938" r="-325000" b="-160938"/>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1723491119"/>
      </p:ext>
    </p:extLst>
  </p:cSld>
  <p:clrMapOvr>
    <a:masterClrMapping/>
  </p:clrMapOvr>
  <mc:AlternateContent xmlns:mc="http://schemas.openxmlformats.org/markup-compatibility/2006" xmlns:p14="http://schemas.microsoft.com/office/powerpoint/2010/main">
    <mc:Choice Requires="p14">
      <p:transition spd="slow" p14:dur="2000" advTm="13319"/>
    </mc:Choice>
    <mc:Fallback xmlns="">
      <p:transition spd="slow" advTm="133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p:txBody>
          <a:bodyPr>
            <a:normAutofit/>
          </a:bodyPr>
          <a:lstStyle/>
          <a:p>
            <a:r>
              <a:rPr lang="en-US" sz="4000" b="1" spc="600" dirty="0">
                <a:ln w="28575">
                  <a:noFill/>
                  <a:prstDash val="solid"/>
                </a:ln>
                <a:solidFill>
                  <a:schemeClr val="bg1"/>
                </a:solidFill>
                <a:latin typeface="Tw Cen MT" panose="020B0602020104020603" pitchFamily="34" charset="77"/>
              </a:rPr>
              <a:t>CONTENTS</a:t>
            </a:r>
            <a:endParaRPr lang="en-US" dirty="0"/>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a:xfrm>
            <a:off x="1536192" y="2212848"/>
            <a:ext cx="6422136" cy="4645152"/>
          </a:xfrm>
        </p:spPr>
        <p:txBody>
          <a:bodyPr/>
          <a:lstStyle/>
          <a:p>
            <a:pPr marL="342900" indent="-342900" algn="l">
              <a:lnSpc>
                <a:spcPct val="150000"/>
              </a:lnSpc>
              <a:buClr>
                <a:schemeClr val="accent6"/>
              </a:buClr>
              <a:buFont typeface="Courier New" panose="02070309020205020404" pitchFamily="49" charset="0"/>
              <a:buChar char="o"/>
            </a:pPr>
            <a:r>
              <a:rPr lang="en-US" dirty="0">
                <a:solidFill>
                  <a:schemeClr val="bg1"/>
                </a:solidFill>
                <a:latin typeface="Segoe UI Light" panose="020B0502040204020203" pitchFamily="34" charset="0"/>
                <a:cs typeface="Segoe UI Light" panose="020B0502040204020203" pitchFamily="34" charset="0"/>
              </a:rPr>
              <a:t>Introduction</a:t>
            </a:r>
          </a:p>
          <a:p>
            <a:pPr marL="342900" indent="-342900" algn="l">
              <a:lnSpc>
                <a:spcPct val="150000"/>
              </a:lnSpc>
              <a:buClr>
                <a:schemeClr val="accent6"/>
              </a:buClr>
              <a:buFont typeface="Courier New" panose="02070309020205020404" pitchFamily="49" charset="0"/>
              <a:buChar char="o"/>
            </a:pPr>
            <a:r>
              <a:rPr lang="en-US" dirty="0">
                <a:latin typeface="Segoe UI Light" panose="020B0502040204020203" pitchFamily="34" charset="0"/>
                <a:cs typeface="Segoe UI Light" panose="020B0502040204020203" pitchFamily="34" charset="0"/>
              </a:rPr>
              <a:t>Code and Output</a:t>
            </a:r>
            <a:endParaRPr lang="en-US" dirty="0">
              <a:solidFill>
                <a:schemeClr val="bg1"/>
              </a:solidFill>
              <a:latin typeface="Segoe UI Light" panose="020B0502040204020203" pitchFamily="34" charset="0"/>
              <a:cs typeface="Segoe UI Light" panose="020B0502040204020203" pitchFamily="34" charset="0"/>
            </a:endParaRPr>
          </a:p>
          <a:p>
            <a:pPr marL="342900" indent="-342900" algn="l">
              <a:lnSpc>
                <a:spcPct val="150000"/>
              </a:lnSpc>
              <a:buClr>
                <a:schemeClr val="accent6"/>
              </a:buClr>
              <a:buFont typeface="Courier New" panose="02070309020205020404" pitchFamily="49" charset="0"/>
              <a:buChar char="o"/>
            </a:pPr>
            <a:r>
              <a:rPr lang="en-US" dirty="0">
                <a:solidFill>
                  <a:schemeClr val="bg1"/>
                </a:solidFill>
                <a:latin typeface="Segoe UI Light" panose="020B0502040204020203" pitchFamily="34" charset="0"/>
                <a:cs typeface="Segoe UI Light" panose="020B0502040204020203" pitchFamily="34" charset="0"/>
              </a:rPr>
              <a:t>Exploring and Visualizing Data for Insights</a:t>
            </a:r>
          </a:p>
          <a:p>
            <a:pPr marL="342900" indent="-342900"/>
            <a:r>
              <a:rPr lang="en-US" dirty="0">
                <a:solidFill>
                  <a:schemeClr val="bg1"/>
                </a:solidFill>
                <a:latin typeface="Segoe UI Light" panose="020B0502040204020203" pitchFamily="34" charset="0"/>
                <a:cs typeface="Segoe UI Light" panose="020B0502040204020203" pitchFamily="34" charset="0"/>
              </a:rPr>
              <a:t>Recommendation and Suggestions </a:t>
            </a:r>
          </a:p>
          <a:p>
            <a:pPr marL="342900" indent="-342900" algn="l">
              <a:lnSpc>
                <a:spcPct val="150000"/>
              </a:lnSpc>
              <a:buClr>
                <a:schemeClr val="accent6"/>
              </a:buClr>
              <a:buFont typeface="Courier New" panose="02070309020205020404" pitchFamily="49" charset="0"/>
              <a:buChar char="o"/>
            </a:pPr>
            <a:r>
              <a:rPr lang="en-US" dirty="0">
                <a:latin typeface="Segoe UI Light" panose="020B0502040204020203" pitchFamily="34" charset="0"/>
                <a:cs typeface="Segoe UI Light" panose="020B0502040204020203" pitchFamily="34" charset="0"/>
              </a:rPr>
              <a:t>Conclusion</a:t>
            </a:r>
            <a:endParaRPr lang="en-US" dirty="0">
              <a:solidFill>
                <a:schemeClr val="bg1"/>
              </a:solidFill>
              <a:latin typeface="Segoe UI Light" panose="020B0502040204020203" pitchFamily="34" charset="0"/>
              <a:cs typeface="Segoe UI Light" panose="020B0502040204020203" pitchFamily="34" charset="0"/>
            </a:endParaRPr>
          </a:p>
        </p:txBody>
      </p:sp>
      <p:pic>
        <p:nvPicPr>
          <p:cNvPr id="7" name="Audio 6">
            <a:hlinkClick r:id="" action="ppaction://media"/>
            <a:extLst>
              <a:ext uri="{FF2B5EF4-FFF2-40B4-BE49-F238E27FC236}">
                <a16:creationId xmlns:a16="http://schemas.microsoft.com/office/drawing/2014/main" id="{94F78965-A982-BA5A-D1CE-EBA0A90651FA}"/>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325000" t="-160938" r="-325000" b="-160938"/>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3548027083"/>
      </p:ext>
    </p:extLst>
  </p:cSld>
  <p:clrMapOvr>
    <a:masterClrMapping/>
  </p:clrMapOvr>
  <mc:AlternateContent xmlns:mc="http://schemas.openxmlformats.org/markup-compatibility/2006" xmlns:p14="http://schemas.microsoft.com/office/powerpoint/2010/main">
    <mc:Choice Requires="p14">
      <p:transition spd="slow" p14:dur="2000" advTm="18902"/>
    </mc:Choice>
    <mc:Fallback xmlns="">
      <p:transition spd="slow" advTm="189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ctrTitle"/>
          </p:nvPr>
        </p:nvSpPr>
        <p:spPr>
          <a:xfrm>
            <a:off x="2182160" y="809004"/>
            <a:ext cx="7735824" cy="1069848"/>
          </a:xfrm>
        </p:spPr>
        <p:txBody>
          <a:bodyPr/>
          <a:lstStyle/>
          <a:p>
            <a:r>
              <a:rPr lang="en-US" sz="4800" dirty="0">
                <a:cs typeface="Times New Roman" panose="02020603050405020304" pitchFamily="18" charset="0"/>
              </a:rPr>
              <a:t>INTRODUCTION</a:t>
            </a:r>
          </a:p>
        </p:txBody>
      </p:sp>
      <p:sp>
        <p:nvSpPr>
          <p:cNvPr id="3" name="Subtitle 2">
            <a:extLst>
              <a:ext uri="{FF2B5EF4-FFF2-40B4-BE49-F238E27FC236}">
                <a16:creationId xmlns:a16="http://schemas.microsoft.com/office/drawing/2014/main" id="{5A82A8B0-333F-633E-3FA7-D38DBFB10971}"/>
              </a:ext>
            </a:extLst>
          </p:cNvPr>
          <p:cNvSpPr>
            <a:spLocks noGrp="1"/>
          </p:cNvSpPr>
          <p:nvPr>
            <p:ph type="subTitle" idx="1"/>
          </p:nvPr>
        </p:nvSpPr>
        <p:spPr>
          <a:xfrm>
            <a:off x="1703541" y="1343928"/>
            <a:ext cx="8693062" cy="3459804"/>
          </a:xfrm>
        </p:spPr>
        <p:txBody>
          <a:bodyPr/>
          <a:lstStyle/>
          <a:p>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project centers on utilizing the K-Nearest Neighbors (KNN) algorithm to address a multiclass classification challenge using a real-world dataset. The dataset, consisting of 4,653 employee records with 8 attributes, serves as the foundation for achieving key objectives: demonstrating a comprehensive understanding of the KNN algorithm, building a precise predictive model, and evaluating its performance across different K values. Through thorough data preprocessing, model training, and analysis of metrics like accuracy, recall, and precision, the study seeks to offer practical insights into effectively managing and interpreting real-world data.</a:t>
            </a:r>
          </a:p>
        </p:txBody>
      </p:sp>
    </p:spTree>
    <p:extLst>
      <p:ext uri="{BB962C8B-B14F-4D97-AF65-F5344CB8AC3E}">
        <p14:creationId xmlns:p14="http://schemas.microsoft.com/office/powerpoint/2010/main" val="3380759881"/>
      </p:ext>
    </p:extLst>
  </p:cSld>
  <p:clrMapOvr>
    <a:masterClrMapping/>
  </p:clrMapOvr>
  <mc:AlternateContent xmlns:mc="http://schemas.openxmlformats.org/markup-compatibility/2006" xmlns:p14="http://schemas.microsoft.com/office/powerpoint/2010/main">
    <mc:Choice Requires="p14">
      <p:transition spd="slow" p14:dur="2000" advTm="54958"/>
    </mc:Choice>
    <mc:Fallback xmlns="">
      <p:transition spd="slow" advTm="5495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C1C77-9EF1-4861-13AE-DD15DDD220B2}"/>
              </a:ext>
            </a:extLst>
          </p:cNvPr>
          <p:cNvSpPr>
            <a:spLocks noGrp="1"/>
          </p:cNvSpPr>
          <p:nvPr>
            <p:ph type="title"/>
          </p:nvPr>
        </p:nvSpPr>
        <p:spPr>
          <a:xfrm>
            <a:off x="0" y="0"/>
            <a:ext cx="6338170" cy="1069848"/>
          </a:xfrm>
        </p:spPr>
        <p:txBody>
          <a:bodyPr/>
          <a:lstStyle/>
          <a:p>
            <a:r>
              <a:rPr lang="en-IN" sz="4000" dirty="0">
                <a:cs typeface="Times New Roman" panose="02020603050405020304" pitchFamily="18" charset="0"/>
              </a:rPr>
              <a:t>Code &amp; outputs</a:t>
            </a:r>
          </a:p>
        </p:txBody>
      </p:sp>
      <p:sp>
        <p:nvSpPr>
          <p:cNvPr id="3" name="Text Placeholder 2">
            <a:extLst>
              <a:ext uri="{FF2B5EF4-FFF2-40B4-BE49-F238E27FC236}">
                <a16:creationId xmlns:a16="http://schemas.microsoft.com/office/drawing/2014/main" id="{B467D283-5F74-7FF6-BBFB-276C20297DF6}"/>
              </a:ext>
            </a:extLst>
          </p:cNvPr>
          <p:cNvSpPr>
            <a:spLocks noGrp="1"/>
          </p:cNvSpPr>
          <p:nvPr>
            <p:ph type="body" idx="1"/>
          </p:nvPr>
        </p:nvSpPr>
        <p:spPr>
          <a:xfrm>
            <a:off x="135066" y="1366091"/>
            <a:ext cx="4304731" cy="5277189"/>
          </a:xfrm>
        </p:spPr>
        <p:txBody>
          <a:bodyPr/>
          <a:lstStyle/>
          <a:p>
            <a:r>
              <a:rPr lang="en-US" sz="2000" dirty="0">
                <a:latin typeface="Times New Roman" panose="02020603050405020304" pitchFamily="18" charset="0"/>
                <a:cs typeface="Times New Roman" panose="02020603050405020304" pitchFamily="18" charset="0"/>
              </a:rPr>
              <a:t>Number of Measurements: 8</a:t>
            </a:r>
          </a:p>
          <a:p>
            <a:r>
              <a:rPr lang="en-US" sz="2000" dirty="0">
                <a:latin typeface="Times New Roman" panose="02020603050405020304" pitchFamily="18" charset="0"/>
                <a:cs typeface="Times New Roman" panose="02020603050405020304" pitchFamily="18" charset="0"/>
              </a:rPr>
              <a:t>Type of Measurements:</a:t>
            </a:r>
          </a:p>
          <a:p>
            <a:r>
              <a:rPr lang="en-US" sz="2000" dirty="0">
                <a:latin typeface="Times New Roman" panose="02020603050405020304" pitchFamily="18" charset="0"/>
                <a:cs typeface="Times New Roman" panose="02020603050405020304" pitchFamily="18" charset="0"/>
              </a:rPr>
              <a:t>Education  -  object</a:t>
            </a:r>
          </a:p>
          <a:p>
            <a:r>
              <a:rPr lang="en-US" sz="2000" dirty="0" err="1">
                <a:latin typeface="Times New Roman" panose="02020603050405020304" pitchFamily="18" charset="0"/>
                <a:cs typeface="Times New Roman" panose="02020603050405020304" pitchFamily="18" charset="0"/>
              </a:rPr>
              <a:t>JoiningYear</a:t>
            </a:r>
            <a:r>
              <a:rPr lang="en-US" sz="2000" dirty="0">
                <a:latin typeface="Times New Roman" panose="02020603050405020304" pitchFamily="18" charset="0"/>
                <a:cs typeface="Times New Roman" panose="02020603050405020304" pitchFamily="18" charset="0"/>
              </a:rPr>
              <a:t>    - int64</a:t>
            </a:r>
          </a:p>
          <a:p>
            <a:r>
              <a:rPr lang="en-US" sz="2000" dirty="0">
                <a:latin typeface="Times New Roman" panose="02020603050405020304" pitchFamily="18" charset="0"/>
                <a:cs typeface="Times New Roman" panose="02020603050405020304" pitchFamily="18" charset="0"/>
              </a:rPr>
              <a:t>City   - object</a:t>
            </a:r>
          </a:p>
          <a:p>
            <a:r>
              <a:rPr lang="en-US" sz="2000" dirty="0" err="1">
                <a:latin typeface="Times New Roman" panose="02020603050405020304" pitchFamily="18" charset="0"/>
                <a:cs typeface="Times New Roman" panose="02020603050405020304" pitchFamily="18" charset="0"/>
              </a:rPr>
              <a:t>PaymentTier</a:t>
            </a:r>
            <a:r>
              <a:rPr lang="en-US" sz="2000" dirty="0">
                <a:latin typeface="Times New Roman" panose="02020603050405020304" pitchFamily="18" charset="0"/>
                <a:cs typeface="Times New Roman" panose="02020603050405020304" pitchFamily="18" charset="0"/>
              </a:rPr>
              <a:t>   - int64</a:t>
            </a:r>
          </a:p>
          <a:p>
            <a:r>
              <a:rPr lang="en-US" sz="2000" dirty="0">
                <a:latin typeface="Times New Roman" panose="02020603050405020304" pitchFamily="18" charset="0"/>
                <a:cs typeface="Times New Roman" panose="02020603050405020304" pitchFamily="18" charset="0"/>
              </a:rPr>
              <a:t>Age   -  int64</a:t>
            </a:r>
          </a:p>
          <a:p>
            <a:r>
              <a:rPr lang="en-US" sz="2000" dirty="0">
                <a:latin typeface="Times New Roman" panose="02020603050405020304" pitchFamily="18" charset="0"/>
                <a:cs typeface="Times New Roman" panose="02020603050405020304" pitchFamily="18" charset="0"/>
              </a:rPr>
              <a:t>Gender   - object</a:t>
            </a:r>
          </a:p>
          <a:p>
            <a:r>
              <a:rPr lang="en-US" sz="2000" dirty="0" err="1">
                <a:latin typeface="Times New Roman" panose="02020603050405020304" pitchFamily="18" charset="0"/>
                <a:cs typeface="Times New Roman" panose="02020603050405020304" pitchFamily="18" charset="0"/>
              </a:rPr>
              <a:t>EverBenched</a:t>
            </a:r>
            <a:r>
              <a:rPr lang="en-US" sz="2000" dirty="0">
                <a:latin typeface="Times New Roman" panose="02020603050405020304" pitchFamily="18" charset="0"/>
                <a:cs typeface="Times New Roman" panose="02020603050405020304" pitchFamily="18" charset="0"/>
              </a:rPr>
              <a:t>   - object</a:t>
            </a:r>
          </a:p>
          <a:p>
            <a:r>
              <a:rPr lang="en-US" sz="2000" dirty="0" err="1">
                <a:latin typeface="Times New Roman" panose="02020603050405020304" pitchFamily="18" charset="0"/>
                <a:cs typeface="Times New Roman" panose="02020603050405020304" pitchFamily="18" charset="0"/>
              </a:rPr>
              <a:t>ExperienceInCurrentDomain</a:t>
            </a:r>
            <a:r>
              <a:rPr lang="en-US" sz="2000" dirty="0">
                <a:latin typeface="Times New Roman" panose="02020603050405020304" pitchFamily="18" charset="0"/>
                <a:cs typeface="Times New Roman" panose="02020603050405020304" pitchFamily="18" charset="0"/>
              </a:rPr>
              <a:t>   - int64</a:t>
            </a:r>
          </a:p>
          <a:p>
            <a:r>
              <a:rPr lang="en-US" sz="2000" dirty="0">
                <a:latin typeface="Times New Roman" panose="02020603050405020304" pitchFamily="18" charset="0"/>
                <a:cs typeface="Times New Roman" panose="02020603050405020304" pitchFamily="18" charset="0"/>
              </a:rPr>
              <a:t>type: object</a:t>
            </a:r>
          </a:p>
          <a:p>
            <a:r>
              <a:rPr lang="en-US" sz="2000" dirty="0">
                <a:latin typeface="Times New Roman" panose="02020603050405020304" pitchFamily="18" charset="0"/>
                <a:cs typeface="Times New Roman" panose="02020603050405020304" pitchFamily="18" charset="0"/>
              </a:rPr>
              <a:t>Number of Classes: None</a:t>
            </a:r>
          </a:p>
          <a:p>
            <a:r>
              <a:rPr lang="en-US" sz="2000" dirty="0">
                <a:latin typeface="Times New Roman" panose="02020603050405020304" pitchFamily="18" charset="0"/>
                <a:cs typeface="Times New Roman" panose="02020603050405020304" pitchFamily="18" charset="0"/>
              </a:rPr>
              <a:t>Class Labels: None</a:t>
            </a: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E0B1F2C-4932-76DE-F44B-964A6910BC5B}"/>
              </a:ext>
            </a:extLst>
          </p:cNvPr>
          <p:cNvPicPr>
            <a:picLocks noChangeAspect="1"/>
          </p:cNvPicPr>
          <p:nvPr/>
        </p:nvPicPr>
        <p:blipFill>
          <a:blip r:embed="rId2"/>
          <a:srcRect r="2144"/>
          <a:stretch/>
        </p:blipFill>
        <p:spPr>
          <a:xfrm>
            <a:off x="5891530" y="87682"/>
            <a:ext cx="6165404" cy="3263213"/>
          </a:xfrm>
          <a:prstGeom prst="rect">
            <a:avLst/>
          </a:prstGeom>
        </p:spPr>
      </p:pic>
      <p:pic>
        <p:nvPicPr>
          <p:cNvPr id="5" name="Picture 4">
            <a:extLst>
              <a:ext uri="{FF2B5EF4-FFF2-40B4-BE49-F238E27FC236}">
                <a16:creationId xmlns:a16="http://schemas.microsoft.com/office/drawing/2014/main" id="{32997ABD-2E9D-E762-A9DE-43A44D93B9A8}"/>
              </a:ext>
            </a:extLst>
          </p:cNvPr>
          <p:cNvPicPr>
            <a:picLocks noChangeAspect="1"/>
          </p:cNvPicPr>
          <p:nvPr/>
        </p:nvPicPr>
        <p:blipFill>
          <a:blip r:embed="rId3"/>
          <a:srcRect r="28894"/>
          <a:stretch/>
        </p:blipFill>
        <p:spPr>
          <a:xfrm>
            <a:off x="5891530" y="3261891"/>
            <a:ext cx="6165404" cy="3508427"/>
          </a:xfrm>
          <a:prstGeom prst="rect">
            <a:avLst/>
          </a:prstGeom>
        </p:spPr>
      </p:pic>
    </p:spTree>
    <p:extLst>
      <p:ext uri="{BB962C8B-B14F-4D97-AF65-F5344CB8AC3E}">
        <p14:creationId xmlns:p14="http://schemas.microsoft.com/office/powerpoint/2010/main" val="2668248731"/>
      </p:ext>
    </p:extLst>
  </p:cSld>
  <p:clrMapOvr>
    <a:masterClrMapping/>
  </p:clrMapOvr>
  <mc:AlternateContent xmlns:mc="http://schemas.openxmlformats.org/markup-compatibility/2006" xmlns:p14="http://schemas.microsoft.com/office/powerpoint/2010/main">
    <mc:Choice Requires="p14">
      <p:transition spd="slow" p14:dur="2000" advTm="85024"/>
    </mc:Choice>
    <mc:Fallback xmlns="">
      <p:transition spd="slow" advTm="8502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C7CE430-6E42-5A82-257D-0D9D732296BF}"/>
              </a:ext>
            </a:extLst>
          </p:cNvPr>
          <p:cNvSpPr txBox="1">
            <a:spLocks/>
          </p:cNvSpPr>
          <p:nvPr/>
        </p:nvSpPr>
        <p:spPr>
          <a:xfrm>
            <a:off x="0" y="0"/>
            <a:ext cx="5574536" cy="10698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800" b="1" kern="1200" cap="all" spc="600" baseline="0">
                <a:solidFill>
                  <a:schemeClr val="bg1"/>
                </a:solidFill>
                <a:latin typeface="+mj-lt"/>
                <a:ea typeface="+mj-ea"/>
                <a:cs typeface="+mj-cs"/>
              </a:defRPr>
            </a:lvl1pPr>
          </a:lstStyle>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Exploring and Visualizing Data for Insights</a:t>
            </a:r>
          </a:p>
        </p:txBody>
      </p:sp>
      <p:sp>
        <p:nvSpPr>
          <p:cNvPr id="5" name="Text Placeholder 2">
            <a:extLst>
              <a:ext uri="{FF2B5EF4-FFF2-40B4-BE49-F238E27FC236}">
                <a16:creationId xmlns:a16="http://schemas.microsoft.com/office/drawing/2014/main" id="{90B1B20D-03F8-AFC8-D4E2-649ABCF46644}"/>
              </a:ext>
            </a:extLst>
          </p:cNvPr>
          <p:cNvSpPr txBox="1">
            <a:spLocks/>
          </p:cNvSpPr>
          <p:nvPr/>
        </p:nvSpPr>
        <p:spPr>
          <a:xfrm>
            <a:off x="158497" y="839551"/>
            <a:ext cx="5574536" cy="57881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Clr>
                <a:schemeClr val="accent6"/>
              </a:buClr>
              <a:buFont typeface="Courier New" panose="02070309020205020404" pitchFamily="49" charset="0"/>
              <a:buNone/>
              <a:defRPr sz="24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endParaRPr lang="en-US" sz="16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In our data analysis, we utilized various graphical techniques to investigate relationships and uncover clusters within the dataset. This analysis revealed meaningful connections between different measurements.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The data points are distinctly divided into three separate clusters.</a:t>
            </a:r>
          </a:p>
          <a:p>
            <a:pPr marL="285750" indent="-285750" algn="just">
              <a:buFontTx/>
              <a:buChar char="-"/>
            </a:pPr>
            <a:r>
              <a:rPr lang="en-US" sz="1800" dirty="0">
                <a:latin typeface="Times New Roman" panose="02020603050405020304" pitchFamily="18" charset="0"/>
                <a:cs typeface="Times New Roman" panose="02020603050405020304" pitchFamily="18" charset="0"/>
              </a:rPr>
              <a:t>Each cluster is centered in a unique region of the feature space.</a:t>
            </a:r>
          </a:p>
          <a:p>
            <a:pPr marL="285750" indent="-285750" algn="just">
              <a:buFontTx/>
              <a:buChar char="-"/>
            </a:pPr>
            <a:r>
              <a:rPr lang="en-US" sz="1800" dirty="0">
                <a:latin typeface="Times New Roman" panose="02020603050405020304" pitchFamily="18" charset="0"/>
                <a:cs typeface="Times New Roman" panose="02020603050405020304" pitchFamily="18" charset="0"/>
              </a:rPr>
              <a:t>The clear separation indicates minimal overlap and well-defined group boundaries.</a:t>
            </a:r>
          </a:p>
          <a:p>
            <a:pPr algn="just"/>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Post-PCA, the clusters remain distinct, showing that the two principal components retain significant variance.</a:t>
            </a:r>
          </a:p>
          <a:p>
            <a:pPr marL="285750" indent="-285750" algn="just">
              <a:buFontTx/>
              <a:buChar char="-"/>
            </a:pPr>
            <a:r>
              <a:rPr lang="en-US" sz="1800" dirty="0">
                <a:latin typeface="Times New Roman" panose="02020603050405020304" pitchFamily="18" charset="0"/>
                <a:cs typeface="Times New Roman" panose="02020603050405020304" pitchFamily="18" charset="0"/>
              </a:rPr>
              <a:t>The distribution of clusters along the principal component axes indicates that PCA effectively captured the main patterns in the data.</a:t>
            </a:r>
          </a:p>
          <a:p>
            <a:pPr marL="285750" indent="-285750" algn="just">
              <a:buFontTx/>
              <a:buChar char="-"/>
            </a:pPr>
            <a:r>
              <a:rPr lang="en-US" sz="1800" dirty="0">
                <a:latin typeface="Times New Roman" panose="02020603050405020304" pitchFamily="18" charset="0"/>
                <a:cs typeface="Times New Roman" panose="02020603050405020304" pitchFamily="18" charset="0"/>
              </a:rPr>
              <a:t>The PCA plot may display a slightly different orientation of clusters due to the rotation of the axes inherent in the PCA process.</a:t>
            </a:r>
            <a:endParaRPr lang="en-IN"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803F3679-7C60-422C-BFC3-C1FAA23AFC80}"/>
              </a:ext>
            </a:extLst>
          </p:cNvPr>
          <p:cNvPicPr>
            <a:picLocks noChangeAspect="1"/>
          </p:cNvPicPr>
          <p:nvPr/>
        </p:nvPicPr>
        <p:blipFill>
          <a:blip r:embed="rId2"/>
          <a:stretch>
            <a:fillRect/>
          </a:stretch>
        </p:blipFill>
        <p:spPr>
          <a:xfrm>
            <a:off x="5891530" y="0"/>
            <a:ext cx="6141973" cy="3428998"/>
          </a:xfrm>
          <a:prstGeom prst="rect">
            <a:avLst/>
          </a:prstGeom>
        </p:spPr>
      </p:pic>
      <p:pic>
        <p:nvPicPr>
          <p:cNvPr id="10" name="Picture 9">
            <a:extLst>
              <a:ext uri="{FF2B5EF4-FFF2-40B4-BE49-F238E27FC236}">
                <a16:creationId xmlns:a16="http://schemas.microsoft.com/office/drawing/2014/main" id="{79E6B569-E8A0-A2AB-59CB-A34A07C00BFC}"/>
              </a:ext>
            </a:extLst>
          </p:cNvPr>
          <p:cNvPicPr>
            <a:picLocks noChangeAspect="1"/>
          </p:cNvPicPr>
          <p:nvPr/>
        </p:nvPicPr>
        <p:blipFill>
          <a:blip r:embed="rId3"/>
          <a:stretch>
            <a:fillRect/>
          </a:stretch>
        </p:blipFill>
        <p:spPr>
          <a:xfrm>
            <a:off x="5891530" y="3519814"/>
            <a:ext cx="6141973" cy="3338185"/>
          </a:xfrm>
          <a:prstGeom prst="rect">
            <a:avLst/>
          </a:prstGeom>
        </p:spPr>
      </p:pic>
    </p:spTree>
    <p:extLst>
      <p:ext uri="{BB962C8B-B14F-4D97-AF65-F5344CB8AC3E}">
        <p14:creationId xmlns:p14="http://schemas.microsoft.com/office/powerpoint/2010/main" val="1947902090"/>
      </p:ext>
    </p:extLst>
  </p:cSld>
  <p:clrMapOvr>
    <a:masterClrMapping/>
  </p:clrMapOvr>
  <mc:AlternateContent xmlns:mc="http://schemas.openxmlformats.org/markup-compatibility/2006" xmlns:p14="http://schemas.microsoft.com/office/powerpoint/2010/main">
    <mc:Choice Requires="p14">
      <p:transition spd="slow" p14:dur="2000" advTm="93212"/>
    </mc:Choice>
    <mc:Fallback xmlns="">
      <p:transition spd="slow" advTm="9321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D14B98F3-D6D7-06D7-0D29-22C3842B26C5}"/>
              </a:ext>
            </a:extLst>
          </p:cNvPr>
          <p:cNvSpPr txBox="1">
            <a:spLocks/>
          </p:cNvSpPr>
          <p:nvPr/>
        </p:nvSpPr>
        <p:spPr>
          <a:xfrm>
            <a:off x="158496" y="2368627"/>
            <a:ext cx="11596501" cy="415886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Clr>
                <a:schemeClr val="accent6"/>
              </a:buClr>
              <a:buFont typeface="Courier New" panose="02070309020205020404" pitchFamily="49" charset="0"/>
              <a:buNone/>
              <a:defRPr sz="24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endParaRPr lang="en-IN" sz="2000" dirty="0"/>
          </a:p>
        </p:txBody>
      </p:sp>
      <p:sp>
        <p:nvSpPr>
          <p:cNvPr id="10" name="TextBox 9">
            <a:extLst>
              <a:ext uri="{FF2B5EF4-FFF2-40B4-BE49-F238E27FC236}">
                <a16:creationId xmlns:a16="http://schemas.microsoft.com/office/drawing/2014/main" id="{50F8C252-2C28-6F6C-5BDB-F27EBE46270D}"/>
              </a:ext>
            </a:extLst>
          </p:cNvPr>
          <p:cNvSpPr txBox="1"/>
          <p:nvPr/>
        </p:nvSpPr>
        <p:spPr>
          <a:xfrm>
            <a:off x="451504" y="1166842"/>
            <a:ext cx="5212235" cy="4524315"/>
          </a:xfrm>
          <a:prstGeom prst="rect">
            <a:avLst/>
          </a:prstGeom>
          <a:noFill/>
        </p:spPr>
        <p:txBody>
          <a:bodyPr wrap="square">
            <a:spAutoFit/>
          </a:bodyPr>
          <a:lstStyle/>
          <a:p>
            <a:pPr marL="342900" indent="-342900">
              <a:buFontTx/>
              <a:buChar char="-"/>
            </a:pPr>
            <a:r>
              <a:rPr lang="en-US" sz="2400" dirty="0">
                <a:solidFill>
                  <a:schemeClr val="bg1"/>
                </a:solidFill>
                <a:latin typeface="Times New Roman" panose="02020603050405020304" pitchFamily="18" charset="0"/>
                <a:cs typeface="Times New Roman" panose="02020603050405020304" pitchFamily="18" charset="0"/>
              </a:rPr>
              <a:t>DBSCAN grouped the data points into clusters based on density, with some points identified as noise (potentially represented by yellow points).</a:t>
            </a:r>
          </a:p>
          <a:p>
            <a:pPr marL="342900" indent="-342900">
              <a:buFontTx/>
              <a:buChar char="-"/>
            </a:pPr>
            <a:r>
              <a:rPr lang="en-US" sz="2400" dirty="0">
                <a:solidFill>
                  <a:schemeClr val="bg1"/>
                </a:solidFill>
                <a:latin typeface="Times New Roman" panose="02020603050405020304" pitchFamily="18" charset="0"/>
                <a:cs typeface="Times New Roman" panose="02020603050405020304" pitchFamily="18" charset="0"/>
              </a:rPr>
              <a:t>The algorithm effectively differentiated between high-density regions (clusters) and low-density regions (noise).</a:t>
            </a:r>
          </a:p>
          <a:p>
            <a:pPr marL="342900" indent="-342900">
              <a:buFontTx/>
              <a:buChar char="-"/>
            </a:pPr>
            <a:r>
              <a:rPr lang="en-US" sz="2400" dirty="0">
                <a:solidFill>
                  <a:schemeClr val="bg1"/>
                </a:solidFill>
                <a:latin typeface="Times New Roman" panose="02020603050405020304" pitchFamily="18" charset="0"/>
                <a:cs typeface="Times New Roman" panose="02020603050405020304" pitchFamily="18" charset="0"/>
              </a:rPr>
              <a:t>Clear gaps between clusters highlight DBSCAN's ability to separate areas of varying density.</a:t>
            </a:r>
            <a:endParaRPr lang="en-IN" sz="2400" dirty="0">
              <a:solidFill>
                <a:schemeClr val="bg1"/>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18FA25E-B881-9E44-3265-40D95833E55D}"/>
              </a:ext>
            </a:extLst>
          </p:cNvPr>
          <p:cNvPicPr>
            <a:picLocks noChangeAspect="1"/>
          </p:cNvPicPr>
          <p:nvPr/>
        </p:nvPicPr>
        <p:blipFill>
          <a:blip r:embed="rId2"/>
          <a:stretch>
            <a:fillRect/>
          </a:stretch>
        </p:blipFill>
        <p:spPr>
          <a:xfrm>
            <a:off x="5956746" y="1047280"/>
            <a:ext cx="6091259" cy="4763440"/>
          </a:xfrm>
          <a:prstGeom prst="rect">
            <a:avLst/>
          </a:prstGeom>
        </p:spPr>
      </p:pic>
    </p:spTree>
    <p:extLst>
      <p:ext uri="{BB962C8B-B14F-4D97-AF65-F5344CB8AC3E}">
        <p14:creationId xmlns:p14="http://schemas.microsoft.com/office/powerpoint/2010/main" val="4140389630"/>
      </p:ext>
    </p:extLst>
  </p:cSld>
  <p:clrMapOvr>
    <a:masterClrMapping/>
  </p:clrMapOvr>
  <mc:AlternateContent xmlns:mc="http://schemas.openxmlformats.org/markup-compatibility/2006" xmlns:p14="http://schemas.microsoft.com/office/powerpoint/2010/main">
    <mc:Choice Requires="p14">
      <p:transition spd="slow" p14:dur="2000" advTm="38728"/>
    </mc:Choice>
    <mc:Fallback xmlns="">
      <p:transition spd="slow" advTm="3872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0D331-33EB-DFCD-DB4B-164B8A0A3044}"/>
              </a:ext>
            </a:extLst>
          </p:cNvPr>
          <p:cNvSpPr>
            <a:spLocks noGrp="1"/>
          </p:cNvSpPr>
          <p:nvPr>
            <p:ph type="ctrTitle"/>
          </p:nvPr>
        </p:nvSpPr>
        <p:spPr>
          <a:xfrm>
            <a:off x="-150312" y="76283"/>
            <a:ext cx="12555254" cy="712857"/>
          </a:xfrm>
        </p:spPr>
        <p:txBody>
          <a:bodyPr/>
          <a:lstStyle/>
          <a:p>
            <a:r>
              <a:rPr lang="en-IN" dirty="0"/>
              <a:t>Preparing the Dataset </a:t>
            </a:r>
          </a:p>
        </p:txBody>
      </p:sp>
      <p:sp>
        <p:nvSpPr>
          <p:cNvPr id="3" name="Subtitle 2">
            <a:extLst>
              <a:ext uri="{FF2B5EF4-FFF2-40B4-BE49-F238E27FC236}">
                <a16:creationId xmlns:a16="http://schemas.microsoft.com/office/drawing/2014/main" id="{1BC642A3-769F-2BC3-A2D3-CE4A4B37AE8A}"/>
              </a:ext>
            </a:extLst>
          </p:cNvPr>
          <p:cNvSpPr>
            <a:spLocks noGrp="1"/>
          </p:cNvSpPr>
          <p:nvPr>
            <p:ph type="subTitle" idx="1"/>
          </p:nvPr>
        </p:nvSpPr>
        <p:spPr>
          <a:xfrm>
            <a:off x="5941512" y="712857"/>
            <a:ext cx="6250488" cy="6068860"/>
          </a:xfrm>
        </p:spPr>
        <p:txBody>
          <a:bodyPr/>
          <a:lstStyle/>
          <a:p>
            <a:pPr marL="342900" indent="-342900" algn="l">
              <a:buFontTx/>
              <a:buChar char="-"/>
            </a:pPr>
            <a:r>
              <a:rPr lang="en-US" sz="2500" dirty="0">
                <a:latin typeface="Times New Roman" panose="02020603050405020304" pitchFamily="18" charset="0"/>
                <a:cs typeface="Times New Roman" panose="02020603050405020304" pitchFamily="18" charset="0"/>
              </a:rPr>
              <a:t>The code snippet efficiently manages data preprocessing for a machine learning project.</a:t>
            </a:r>
          </a:p>
          <a:p>
            <a:pPr marL="342900" indent="-342900" algn="l">
              <a:buFontTx/>
              <a:buChar char="-"/>
            </a:pPr>
            <a:r>
              <a:rPr lang="en-US" sz="2500" dirty="0">
                <a:latin typeface="Times New Roman" panose="02020603050405020304" pitchFamily="18" charset="0"/>
                <a:cs typeface="Times New Roman" panose="02020603050405020304" pitchFamily="18" charset="0"/>
              </a:rPr>
              <a:t>It includes error handling to ensure smooth data loading.</a:t>
            </a:r>
          </a:p>
          <a:p>
            <a:pPr marL="342900" indent="-342900" algn="l">
              <a:buFontTx/>
              <a:buChar char="-"/>
            </a:pPr>
            <a:r>
              <a:rPr lang="en-US" sz="2500" dirty="0">
                <a:latin typeface="Times New Roman" panose="02020603050405020304" pitchFamily="18" charset="0"/>
                <a:cs typeface="Times New Roman" panose="02020603050405020304" pitchFamily="18" charset="0"/>
              </a:rPr>
              <a:t>Numerical and categorical data are handled separately for tailored preprocessing.</a:t>
            </a:r>
          </a:p>
          <a:p>
            <a:pPr marL="342900" indent="-342900" algn="l">
              <a:buFontTx/>
              <a:buChar char="-"/>
            </a:pPr>
            <a:r>
              <a:rPr lang="en-US" sz="2500" dirty="0">
                <a:latin typeface="Times New Roman" panose="02020603050405020304" pitchFamily="18" charset="0"/>
                <a:cs typeface="Times New Roman" panose="02020603050405020304" pitchFamily="18" charset="0"/>
              </a:rPr>
              <a:t>Missing values are filled, numerical features are scaled, and categorical variables are encoded.</a:t>
            </a:r>
          </a:p>
          <a:p>
            <a:pPr marL="342900" indent="-342900" algn="l">
              <a:buFontTx/>
              <a:buChar char="-"/>
            </a:pPr>
            <a:r>
              <a:rPr lang="en-US" sz="2500" dirty="0">
                <a:latin typeface="Times New Roman" panose="02020603050405020304" pitchFamily="18" charset="0"/>
                <a:cs typeface="Times New Roman" panose="02020603050405020304" pitchFamily="18" charset="0"/>
              </a:rPr>
              <a:t>The successful execution confirms that the dataset is preprocessed and ready for modeling.</a:t>
            </a:r>
          </a:p>
          <a:p>
            <a:pPr marL="342900" indent="-342900" algn="l">
              <a:buFontTx/>
              <a:buChar char="-"/>
            </a:pPr>
            <a:r>
              <a:rPr lang="en-US" sz="2500" dirty="0">
                <a:latin typeface="Times New Roman" panose="02020603050405020304" pitchFamily="18" charset="0"/>
                <a:cs typeface="Times New Roman" panose="02020603050405020304" pitchFamily="18" charset="0"/>
              </a:rPr>
              <a:t>This step is critical for maintaining data quality and ensuring compatibility with machine learning algorithms.</a:t>
            </a:r>
            <a:endParaRPr lang="en-IN" sz="25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D3E4CB7-47F5-DCE9-9C92-416AE73C4C67}"/>
              </a:ext>
            </a:extLst>
          </p:cNvPr>
          <p:cNvPicPr>
            <a:picLocks noChangeAspect="1"/>
          </p:cNvPicPr>
          <p:nvPr/>
        </p:nvPicPr>
        <p:blipFill>
          <a:blip r:embed="rId3"/>
          <a:srcRect l="9941"/>
          <a:stretch/>
        </p:blipFill>
        <p:spPr>
          <a:xfrm>
            <a:off x="112733" y="789140"/>
            <a:ext cx="5711747" cy="5992577"/>
          </a:xfrm>
          <a:prstGeom prst="rect">
            <a:avLst/>
          </a:prstGeom>
        </p:spPr>
      </p:pic>
    </p:spTree>
    <p:extLst>
      <p:ext uri="{BB962C8B-B14F-4D97-AF65-F5344CB8AC3E}">
        <p14:creationId xmlns:p14="http://schemas.microsoft.com/office/powerpoint/2010/main" val="135698330"/>
      </p:ext>
    </p:extLst>
  </p:cSld>
  <p:clrMapOvr>
    <a:masterClrMapping/>
  </p:clrMapOvr>
  <mc:AlternateContent xmlns:mc="http://schemas.openxmlformats.org/markup-compatibility/2006" xmlns:p14="http://schemas.microsoft.com/office/powerpoint/2010/main">
    <mc:Choice Requires="p14">
      <p:transition spd="slow" p14:dur="2000" advTm="66591"/>
    </mc:Choice>
    <mc:Fallback xmlns="">
      <p:transition spd="slow" advTm="6659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63A67-18A6-EC56-D5F7-D7395077ABEC}"/>
              </a:ext>
            </a:extLst>
          </p:cNvPr>
          <p:cNvSpPr>
            <a:spLocks noGrp="1"/>
          </p:cNvSpPr>
          <p:nvPr>
            <p:ph type="ctrTitle"/>
          </p:nvPr>
        </p:nvSpPr>
        <p:spPr>
          <a:xfrm>
            <a:off x="1990094" y="166721"/>
            <a:ext cx="7735824" cy="693692"/>
          </a:xfrm>
        </p:spPr>
        <p:txBody>
          <a:bodyPr/>
          <a:lstStyle/>
          <a:p>
            <a:r>
              <a:rPr lang="en-IN" dirty="0"/>
              <a:t>Data Partitioning</a:t>
            </a:r>
          </a:p>
        </p:txBody>
      </p:sp>
      <p:sp>
        <p:nvSpPr>
          <p:cNvPr id="3" name="Subtitle 2">
            <a:extLst>
              <a:ext uri="{FF2B5EF4-FFF2-40B4-BE49-F238E27FC236}">
                <a16:creationId xmlns:a16="http://schemas.microsoft.com/office/drawing/2014/main" id="{B704E08A-7968-9CE7-2B76-345F67B6174F}"/>
              </a:ext>
            </a:extLst>
          </p:cNvPr>
          <p:cNvSpPr>
            <a:spLocks noGrp="1"/>
          </p:cNvSpPr>
          <p:nvPr>
            <p:ph type="subTitle" idx="1"/>
          </p:nvPr>
        </p:nvSpPr>
        <p:spPr>
          <a:xfrm>
            <a:off x="0" y="1060828"/>
            <a:ext cx="4121063" cy="5377549"/>
          </a:xfrm>
        </p:spPr>
        <p:txBody>
          <a:bodyPr/>
          <a:lstStyle/>
          <a:p>
            <a:pPr marL="285750" indent="-285750" algn="l">
              <a:buFontTx/>
              <a:buChar char="-"/>
            </a:pPr>
            <a:r>
              <a:rPr lang="en-US" sz="2500" dirty="0">
                <a:latin typeface="Times New Roman" panose="02020603050405020304" pitchFamily="18" charset="0"/>
                <a:cs typeface="Times New Roman" panose="02020603050405020304" pitchFamily="18" charset="0"/>
              </a:rPr>
              <a:t>The dataset was effectively split into training and </a:t>
            </a:r>
            <a:r>
              <a:rPr lang="en-US" sz="2500">
                <a:latin typeface="Times New Roman" panose="02020603050405020304" pitchFamily="18" charset="0"/>
                <a:cs typeface="Times New Roman" panose="02020603050405020304" pitchFamily="18" charset="0"/>
              </a:rPr>
              <a:t>test sets.</a:t>
            </a:r>
            <a:endParaRPr lang="en-US" sz="2500" dirty="0">
              <a:latin typeface="Times New Roman" panose="02020603050405020304" pitchFamily="18" charset="0"/>
              <a:cs typeface="Times New Roman" panose="02020603050405020304" pitchFamily="18" charset="0"/>
            </a:endParaRPr>
          </a:p>
          <a:p>
            <a:pPr marL="285750" indent="-285750" algn="l">
              <a:buFontTx/>
              <a:buChar char="-"/>
            </a:pPr>
            <a:r>
              <a:rPr lang="en-US" sz="2500" dirty="0">
                <a:latin typeface="Times New Roman" panose="02020603050405020304" pitchFamily="18" charset="0"/>
                <a:cs typeface="Times New Roman" panose="02020603050405020304" pitchFamily="18" charset="0"/>
              </a:rPr>
              <a:t>This ensures a solid foundation for model training and evaluation.</a:t>
            </a:r>
          </a:p>
          <a:p>
            <a:pPr marL="285750" indent="-285750" algn="l">
              <a:buFontTx/>
              <a:buChar char="-"/>
            </a:pPr>
            <a:r>
              <a:rPr lang="en-US" sz="2500" dirty="0">
                <a:latin typeface="Times New Roman" panose="02020603050405020304" pitchFamily="18" charset="0"/>
                <a:cs typeface="Times New Roman" panose="02020603050405020304" pitchFamily="18" charset="0"/>
              </a:rPr>
              <a:t>The process is crucial for validating machine learning models.</a:t>
            </a:r>
          </a:p>
          <a:p>
            <a:pPr marL="285750" indent="-285750" algn="l">
              <a:buFontTx/>
              <a:buChar char="-"/>
            </a:pPr>
            <a:r>
              <a:rPr lang="en-US" sz="2500" dirty="0">
                <a:latin typeface="Times New Roman" panose="02020603050405020304" pitchFamily="18" charset="0"/>
                <a:cs typeface="Times New Roman" panose="02020603050405020304" pitchFamily="18" charset="0"/>
              </a:rPr>
              <a:t>It helps prevent overfitting and enhances the model's generalization to unseen data.</a:t>
            </a:r>
            <a:endParaRPr lang="en-IN" sz="25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3EC4E3B-DEB0-F5D8-3769-8D96A48E04E9}"/>
              </a:ext>
            </a:extLst>
          </p:cNvPr>
          <p:cNvPicPr>
            <a:picLocks noChangeAspect="1"/>
          </p:cNvPicPr>
          <p:nvPr/>
        </p:nvPicPr>
        <p:blipFill>
          <a:blip r:embed="rId2"/>
          <a:stretch>
            <a:fillRect/>
          </a:stretch>
        </p:blipFill>
        <p:spPr>
          <a:xfrm>
            <a:off x="4260997" y="934378"/>
            <a:ext cx="7826619" cy="5630450"/>
          </a:xfrm>
          <a:prstGeom prst="rect">
            <a:avLst/>
          </a:prstGeom>
        </p:spPr>
      </p:pic>
    </p:spTree>
    <p:extLst>
      <p:ext uri="{BB962C8B-B14F-4D97-AF65-F5344CB8AC3E}">
        <p14:creationId xmlns:p14="http://schemas.microsoft.com/office/powerpoint/2010/main" val="3981904747"/>
      </p:ext>
    </p:extLst>
  </p:cSld>
  <p:clrMapOvr>
    <a:masterClrMapping/>
  </p:clrMapOvr>
  <mc:AlternateContent xmlns:mc="http://schemas.openxmlformats.org/markup-compatibility/2006" xmlns:p14="http://schemas.microsoft.com/office/powerpoint/2010/main">
    <mc:Choice Requires="p14">
      <p:transition spd="slow" p14:dur="2000" advTm="26857"/>
    </mc:Choice>
    <mc:Fallback xmlns="">
      <p:transition spd="slow" advTm="2685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05E71-4009-8E98-CF2B-6B84CFCA5C67}"/>
              </a:ext>
            </a:extLst>
          </p:cNvPr>
          <p:cNvSpPr>
            <a:spLocks noGrp="1"/>
          </p:cNvSpPr>
          <p:nvPr>
            <p:ph type="ctrTitle"/>
          </p:nvPr>
        </p:nvSpPr>
        <p:spPr>
          <a:xfrm>
            <a:off x="1135380" y="0"/>
            <a:ext cx="9921240" cy="758952"/>
          </a:xfrm>
        </p:spPr>
        <p:txBody>
          <a:bodyPr/>
          <a:lstStyle/>
          <a:p>
            <a:r>
              <a:rPr lang="en-IN" dirty="0"/>
              <a:t>Different values of K </a:t>
            </a:r>
          </a:p>
        </p:txBody>
      </p:sp>
      <p:sp>
        <p:nvSpPr>
          <p:cNvPr id="3" name="Subtitle 2">
            <a:extLst>
              <a:ext uri="{FF2B5EF4-FFF2-40B4-BE49-F238E27FC236}">
                <a16:creationId xmlns:a16="http://schemas.microsoft.com/office/drawing/2014/main" id="{DD43A2AF-2CFC-7B8E-CE5B-8AC161F1F281}"/>
              </a:ext>
            </a:extLst>
          </p:cNvPr>
          <p:cNvSpPr>
            <a:spLocks noGrp="1"/>
          </p:cNvSpPr>
          <p:nvPr>
            <p:ph type="subTitle" idx="1"/>
          </p:nvPr>
        </p:nvSpPr>
        <p:spPr>
          <a:xfrm>
            <a:off x="6939420" y="876822"/>
            <a:ext cx="5252580" cy="6244225"/>
          </a:xfrm>
        </p:spPr>
        <p:txBody>
          <a:bodyPr/>
          <a:lstStyle/>
          <a:p>
            <a:pPr marL="342900" indent="-342900" algn="l">
              <a:buFontTx/>
              <a:buChar char="-"/>
            </a:pPr>
            <a:r>
              <a:rPr lang="en-US" dirty="0">
                <a:latin typeface="Times New Roman" panose="02020603050405020304" pitchFamily="18" charset="0"/>
                <a:cs typeface="Times New Roman" panose="02020603050405020304" pitchFamily="18" charset="0"/>
              </a:rPr>
              <a:t>Different values of 𝑘 were selected for KNN to analyze varying model behaviors.</a:t>
            </a:r>
          </a:p>
          <a:p>
            <a:pPr marL="342900" indent="-342900" algn="l">
              <a:buFontTx/>
              <a:buChar char="-"/>
            </a:pPr>
            <a:r>
              <a:rPr lang="en-US" dirty="0">
                <a:latin typeface="Times New Roman" panose="02020603050405020304" pitchFamily="18" charset="0"/>
                <a:cs typeface="Times New Roman" panose="02020603050405020304" pitchFamily="18" charset="0"/>
              </a:rPr>
              <a:t>𝑘 = 3: Focused on detail-oriented learning by closely analyzing local patterns.</a:t>
            </a:r>
          </a:p>
          <a:p>
            <a:pPr marL="342900" indent="-342900" algn="l">
              <a:buFontTx/>
              <a:buChar char="-"/>
            </a:pPr>
            <a:r>
              <a:rPr lang="en-US" dirty="0">
                <a:latin typeface="Times New Roman" panose="02020603050405020304" pitchFamily="18" charset="0"/>
                <a:cs typeface="Times New Roman" panose="02020603050405020304" pitchFamily="18" charset="0"/>
              </a:rPr>
              <a:t>𝑘 = 7: Achieved balanced modeling, offering a trade-off between precision and generalization.</a:t>
            </a:r>
          </a:p>
          <a:p>
            <a:pPr marL="342900" indent="-342900" algn="l">
              <a:buFontTx/>
              <a:buChar char="-"/>
            </a:pPr>
            <a:r>
              <a:rPr lang="en-US" dirty="0">
                <a:latin typeface="Times New Roman" panose="02020603050405020304" pitchFamily="18" charset="0"/>
                <a:cs typeface="Times New Roman" panose="02020603050405020304" pitchFamily="18" charset="0"/>
              </a:rPr>
              <a:t>𝑘 = 15: Prioritized strong generalization to improve model robustness.</a:t>
            </a:r>
          </a:p>
          <a:p>
            <a:pPr marL="342900" indent="-342900" algn="l">
              <a:buFontTx/>
              <a:buChar char="-"/>
            </a:pPr>
            <a:r>
              <a:rPr lang="en-US" dirty="0">
                <a:latin typeface="Times New Roman" panose="02020603050405020304" pitchFamily="18" charset="0"/>
                <a:cs typeface="Times New Roman" panose="02020603050405020304" pitchFamily="18" charset="0"/>
              </a:rPr>
              <a:t>Each choice represented a strategic balance between capturing localized data patterns and maintaining overall model stability.</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DCAC5F3-0850-8F8B-7061-081FAAC980F8}"/>
              </a:ext>
            </a:extLst>
          </p:cNvPr>
          <p:cNvPicPr>
            <a:picLocks noChangeAspect="1"/>
          </p:cNvPicPr>
          <p:nvPr/>
        </p:nvPicPr>
        <p:blipFill>
          <a:blip r:embed="rId2"/>
          <a:srcRect l="7180" r="18997"/>
          <a:stretch/>
        </p:blipFill>
        <p:spPr>
          <a:xfrm>
            <a:off x="225469" y="758952"/>
            <a:ext cx="6501008" cy="5992578"/>
          </a:xfrm>
          <a:prstGeom prst="rect">
            <a:avLst/>
          </a:prstGeom>
        </p:spPr>
      </p:pic>
    </p:spTree>
    <p:extLst>
      <p:ext uri="{BB962C8B-B14F-4D97-AF65-F5344CB8AC3E}">
        <p14:creationId xmlns:p14="http://schemas.microsoft.com/office/powerpoint/2010/main" val="2721187902"/>
      </p:ext>
    </p:extLst>
  </p:cSld>
  <p:clrMapOvr>
    <a:masterClrMapping/>
  </p:clrMapOvr>
  <mc:AlternateContent xmlns:mc="http://schemas.openxmlformats.org/markup-compatibility/2006" xmlns:p14="http://schemas.microsoft.com/office/powerpoint/2010/main">
    <mc:Choice Requires="p14">
      <p:transition spd="slow" p14:dur="2000" advTm="72405"/>
    </mc:Choice>
    <mc:Fallback xmlns="">
      <p:transition spd="slow" advTm="7240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FD8AFD7-F0DB-91CE-448E-0050FAEDCD6B}"/>
              </a:ext>
            </a:extLst>
          </p:cNvPr>
          <p:cNvSpPr>
            <a:spLocks noGrp="1"/>
          </p:cNvSpPr>
          <p:nvPr>
            <p:ph type="ctrTitle"/>
          </p:nvPr>
        </p:nvSpPr>
        <p:spPr>
          <a:xfrm>
            <a:off x="-139934" y="0"/>
            <a:ext cx="4121063" cy="1281224"/>
          </a:xfrm>
        </p:spPr>
        <p:txBody>
          <a:bodyPr/>
          <a:lstStyle/>
          <a:p>
            <a:r>
              <a:rPr lang="en-IN" dirty="0"/>
              <a:t>Training Phase</a:t>
            </a:r>
          </a:p>
        </p:txBody>
      </p:sp>
      <p:sp>
        <p:nvSpPr>
          <p:cNvPr id="5" name="Subtitle 2">
            <a:extLst>
              <a:ext uri="{FF2B5EF4-FFF2-40B4-BE49-F238E27FC236}">
                <a16:creationId xmlns:a16="http://schemas.microsoft.com/office/drawing/2014/main" id="{8E6B2AFC-01F2-6B38-05F7-F08976CF488C}"/>
              </a:ext>
            </a:extLst>
          </p:cNvPr>
          <p:cNvSpPr>
            <a:spLocks noGrp="1"/>
          </p:cNvSpPr>
          <p:nvPr>
            <p:ph type="subTitle" idx="1"/>
          </p:nvPr>
        </p:nvSpPr>
        <p:spPr>
          <a:xfrm>
            <a:off x="0" y="1480451"/>
            <a:ext cx="4121063" cy="5377549"/>
          </a:xfrm>
        </p:spPr>
        <p:txBody>
          <a:bodyPr/>
          <a:lstStyle/>
          <a:p>
            <a:pPr marL="285750" indent="-285750" algn="l">
              <a:buFontTx/>
              <a:buChar char="-"/>
            </a:pPr>
            <a:r>
              <a:rPr lang="en-US" sz="2500" dirty="0">
                <a:latin typeface="Times New Roman" panose="02020603050405020304" pitchFamily="18" charset="0"/>
                <a:cs typeface="Times New Roman" panose="02020603050405020304" pitchFamily="18" charset="0"/>
              </a:rPr>
              <a:t>The KNN algorithm was applied to the preprocessed dataset with varying 𝑘 values to evaluate its impact on model stability.</a:t>
            </a:r>
          </a:p>
          <a:p>
            <a:pPr marL="285750" indent="-285750" algn="l">
              <a:buFontTx/>
              <a:buChar char="-"/>
            </a:pPr>
            <a:r>
              <a:rPr lang="en-US" sz="2500" dirty="0">
                <a:latin typeface="Times New Roman" panose="02020603050405020304" pitchFamily="18" charset="0"/>
                <a:cs typeface="Times New Roman" panose="02020603050405020304" pitchFamily="18" charset="0"/>
              </a:rPr>
              <a:t>Consistent predictions across different 𝑘 values indicate robust model performance.</a:t>
            </a:r>
          </a:p>
          <a:p>
            <a:pPr marL="285750" indent="-285750" algn="l">
              <a:buFontTx/>
              <a:buChar char="-"/>
            </a:pPr>
            <a:r>
              <a:rPr lang="en-US" sz="2500" dirty="0">
                <a:latin typeface="Times New Roman" panose="02020603050405020304" pitchFamily="18" charset="0"/>
                <a:cs typeface="Times New Roman" panose="02020603050405020304" pitchFamily="18" charset="0"/>
              </a:rPr>
              <a:t>The model's stability is maintained regardless of the nearest neighbors' selection.</a:t>
            </a:r>
            <a:endParaRPr lang="en-IN" sz="25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F9A57DB-11D8-37A1-D792-4EEF780D765B}"/>
              </a:ext>
            </a:extLst>
          </p:cNvPr>
          <p:cNvPicPr>
            <a:picLocks noChangeAspect="1"/>
          </p:cNvPicPr>
          <p:nvPr/>
        </p:nvPicPr>
        <p:blipFill>
          <a:blip r:embed="rId2"/>
          <a:srcRect l="9311" r="5798"/>
          <a:stretch/>
        </p:blipFill>
        <p:spPr>
          <a:xfrm>
            <a:off x="4137766" y="355653"/>
            <a:ext cx="5348615" cy="6322060"/>
          </a:xfrm>
          <a:prstGeom prst="rect">
            <a:avLst/>
          </a:prstGeom>
        </p:spPr>
      </p:pic>
      <p:pic>
        <p:nvPicPr>
          <p:cNvPr id="8" name="Picture 7">
            <a:extLst>
              <a:ext uri="{FF2B5EF4-FFF2-40B4-BE49-F238E27FC236}">
                <a16:creationId xmlns:a16="http://schemas.microsoft.com/office/drawing/2014/main" id="{D84D1F36-A0DA-9930-591B-B708840817C6}"/>
              </a:ext>
            </a:extLst>
          </p:cNvPr>
          <p:cNvPicPr>
            <a:picLocks noChangeAspect="1"/>
          </p:cNvPicPr>
          <p:nvPr/>
        </p:nvPicPr>
        <p:blipFill>
          <a:blip r:embed="rId3"/>
          <a:srcRect l="6329" t="107" r="36016" b="-107"/>
          <a:stretch/>
        </p:blipFill>
        <p:spPr>
          <a:xfrm>
            <a:off x="8434193" y="1384423"/>
            <a:ext cx="3757807" cy="3888740"/>
          </a:xfrm>
          <a:prstGeom prst="rect">
            <a:avLst/>
          </a:prstGeom>
        </p:spPr>
      </p:pic>
      <p:sp>
        <p:nvSpPr>
          <p:cNvPr id="9" name="TextBox 8">
            <a:extLst>
              <a:ext uri="{FF2B5EF4-FFF2-40B4-BE49-F238E27FC236}">
                <a16:creationId xmlns:a16="http://schemas.microsoft.com/office/drawing/2014/main" id="{D53927EC-60C8-6037-DDD2-06C95D352BF4}"/>
              </a:ext>
            </a:extLst>
          </p:cNvPr>
          <p:cNvSpPr txBox="1"/>
          <p:nvPr/>
        </p:nvSpPr>
        <p:spPr>
          <a:xfrm>
            <a:off x="9716022" y="676537"/>
            <a:ext cx="2475978" cy="707886"/>
          </a:xfrm>
          <a:prstGeom prst="rect">
            <a:avLst/>
          </a:prstGeom>
          <a:noFill/>
        </p:spPr>
        <p:txBody>
          <a:bodyPr wrap="square" rtlCol="0">
            <a:spAutoFit/>
          </a:bodyPr>
          <a:lstStyle/>
          <a:p>
            <a:r>
              <a:rPr lang="en-IN" sz="4000" b="1" cap="all" spc="600" dirty="0">
                <a:solidFill>
                  <a:schemeClr val="bg1"/>
                </a:solidFill>
                <a:latin typeface="+mj-lt"/>
                <a:ea typeface="+mj-ea"/>
                <a:cs typeface="+mj-cs"/>
              </a:rPr>
              <a:t>Output</a:t>
            </a:r>
          </a:p>
        </p:txBody>
      </p:sp>
    </p:spTree>
    <p:extLst>
      <p:ext uri="{BB962C8B-B14F-4D97-AF65-F5344CB8AC3E}">
        <p14:creationId xmlns:p14="http://schemas.microsoft.com/office/powerpoint/2010/main" val="1669131501"/>
      </p:ext>
    </p:extLst>
  </p:cSld>
  <p:clrMapOvr>
    <a:masterClrMapping/>
  </p:clrMapOvr>
  <mc:AlternateContent xmlns:mc="http://schemas.openxmlformats.org/markup-compatibility/2006" xmlns:p14="http://schemas.microsoft.com/office/powerpoint/2010/main">
    <mc:Choice Requires="p14">
      <p:transition spd="slow" p14:dur="2000" advTm="44921"/>
    </mc:Choice>
    <mc:Fallback xmlns="">
      <p:transition spd="slow" advTm="4492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C61646E-0E4B-94EE-10F4-09344146414C}"/>
              </a:ext>
            </a:extLst>
          </p:cNvPr>
          <p:cNvSpPr>
            <a:spLocks noGrp="1"/>
          </p:cNvSpPr>
          <p:nvPr>
            <p:ph type="ctrTitle"/>
          </p:nvPr>
        </p:nvSpPr>
        <p:spPr>
          <a:xfrm>
            <a:off x="6726477" y="106469"/>
            <a:ext cx="5636713" cy="1421705"/>
          </a:xfrm>
        </p:spPr>
        <p:txBody>
          <a:bodyPr/>
          <a:lstStyle/>
          <a:p>
            <a:r>
              <a:rPr lang="en-IN" dirty="0"/>
              <a:t>Evaluation Phase </a:t>
            </a:r>
          </a:p>
        </p:txBody>
      </p:sp>
      <p:sp>
        <p:nvSpPr>
          <p:cNvPr id="5" name="Subtitle 2">
            <a:extLst>
              <a:ext uri="{FF2B5EF4-FFF2-40B4-BE49-F238E27FC236}">
                <a16:creationId xmlns:a16="http://schemas.microsoft.com/office/drawing/2014/main" id="{4AF73C4A-E110-7FFC-B155-D5216AEC2497}"/>
              </a:ext>
            </a:extLst>
          </p:cNvPr>
          <p:cNvSpPr>
            <a:spLocks noGrp="1"/>
          </p:cNvSpPr>
          <p:nvPr>
            <p:ph type="subTitle" idx="1"/>
          </p:nvPr>
        </p:nvSpPr>
        <p:spPr>
          <a:xfrm>
            <a:off x="6939420" y="1753644"/>
            <a:ext cx="5252580" cy="4546948"/>
          </a:xfrm>
        </p:spPr>
        <p:txBody>
          <a:bodyPr/>
          <a:lstStyle/>
          <a:p>
            <a:pPr marL="342900" indent="-342900" algn="l">
              <a:buFontTx/>
              <a:buChar char="-"/>
            </a:pPr>
            <a:r>
              <a:rPr lang="en-US" sz="2600" dirty="0">
                <a:latin typeface="Times New Roman" panose="02020603050405020304" pitchFamily="18" charset="0"/>
                <a:cs typeface="Times New Roman" panose="02020603050405020304" pitchFamily="18" charset="0"/>
              </a:rPr>
              <a:t>The KNN classifier showed varying performance at different 𝑘 values.</a:t>
            </a:r>
          </a:p>
          <a:p>
            <a:pPr marL="342900" indent="-342900" algn="l">
              <a:buFontTx/>
              <a:buChar char="-"/>
            </a:pPr>
            <a:r>
              <a:rPr lang="en-US" sz="2600" dirty="0">
                <a:latin typeface="Times New Roman" panose="02020603050405020304" pitchFamily="18" charset="0"/>
                <a:cs typeface="Times New Roman" panose="02020603050405020304" pitchFamily="18" charset="0"/>
              </a:rPr>
              <a:t>A smaller 𝑘 value resulted in potential overfitting, while a larger 𝑘 value suggested better generalizability.</a:t>
            </a:r>
          </a:p>
          <a:p>
            <a:pPr marL="342900" indent="-342900" algn="l">
              <a:buFontTx/>
              <a:buChar char="-"/>
            </a:pPr>
            <a:r>
              <a:rPr lang="en-US" sz="2600" dirty="0">
                <a:latin typeface="Times New Roman" panose="02020603050405020304" pitchFamily="18" charset="0"/>
                <a:cs typeface="Times New Roman" panose="02020603050405020304" pitchFamily="18" charset="0"/>
              </a:rPr>
              <a:t>The optimal 𝑘 value balanced model complexity and accuracy.</a:t>
            </a:r>
          </a:p>
          <a:p>
            <a:pPr marL="342900" indent="-342900" algn="l">
              <a:buFontTx/>
              <a:buChar char="-"/>
            </a:pPr>
            <a:r>
              <a:rPr lang="en-US" sz="2600" dirty="0">
                <a:latin typeface="Times New Roman" panose="02020603050405020304" pitchFamily="18" charset="0"/>
                <a:cs typeface="Times New Roman" panose="02020603050405020304" pitchFamily="18" charset="0"/>
              </a:rPr>
              <a:t>The optimal model achieved a testing accuracy of 0.82, precision of 0.79, and recall of 0.82.</a:t>
            </a:r>
            <a:endParaRPr lang="en-IN" sz="26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2D2BC45-6A4E-64EE-12BF-A4BCF08BFE03}"/>
              </a:ext>
            </a:extLst>
          </p:cNvPr>
          <p:cNvPicPr>
            <a:picLocks noChangeAspect="1"/>
          </p:cNvPicPr>
          <p:nvPr/>
        </p:nvPicPr>
        <p:blipFill>
          <a:blip r:embed="rId2"/>
          <a:srcRect l="8549"/>
          <a:stretch/>
        </p:blipFill>
        <p:spPr>
          <a:xfrm>
            <a:off x="538618" y="-1"/>
            <a:ext cx="5761851" cy="2664913"/>
          </a:xfrm>
          <a:prstGeom prst="rect">
            <a:avLst/>
          </a:prstGeom>
        </p:spPr>
      </p:pic>
      <p:pic>
        <p:nvPicPr>
          <p:cNvPr id="10" name="Picture 9">
            <a:extLst>
              <a:ext uri="{FF2B5EF4-FFF2-40B4-BE49-F238E27FC236}">
                <a16:creationId xmlns:a16="http://schemas.microsoft.com/office/drawing/2014/main" id="{5F43729A-27B8-B00E-B619-A96B8F68D396}"/>
              </a:ext>
            </a:extLst>
          </p:cNvPr>
          <p:cNvPicPr>
            <a:picLocks noChangeAspect="1"/>
          </p:cNvPicPr>
          <p:nvPr/>
        </p:nvPicPr>
        <p:blipFill>
          <a:blip r:embed="rId3"/>
          <a:srcRect l="8549"/>
          <a:stretch/>
        </p:blipFill>
        <p:spPr>
          <a:xfrm>
            <a:off x="538618" y="2664913"/>
            <a:ext cx="5761852" cy="1907087"/>
          </a:xfrm>
          <a:prstGeom prst="rect">
            <a:avLst/>
          </a:prstGeom>
        </p:spPr>
      </p:pic>
      <p:pic>
        <p:nvPicPr>
          <p:cNvPr id="11" name="Picture 10">
            <a:extLst>
              <a:ext uri="{FF2B5EF4-FFF2-40B4-BE49-F238E27FC236}">
                <a16:creationId xmlns:a16="http://schemas.microsoft.com/office/drawing/2014/main" id="{A6C592A8-20D9-16D4-9B72-93673F084BEC}"/>
              </a:ext>
            </a:extLst>
          </p:cNvPr>
          <p:cNvPicPr>
            <a:picLocks noChangeAspect="1"/>
          </p:cNvPicPr>
          <p:nvPr/>
        </p:nvPicPr>
        <p:blipFill>
          <a:blip r:embed="rId4"/>
          <a:srcRect l="8549"/>
          <a:stretch/>
        </p:blipFill>
        <p:spPr>
          <a:xfrm>
            <a:off x="538618" y="4484318"/>
            <a:ext cx="5761852" cy="2373683"/>
          </a:xfrm>
          <a:prstGeom prst="rect">
            <a:avLst/>
          </a:prstGeom>
        </p:spPr>
      </p:pic>
    </p:spTree>
    <p:extLst>
      <p:ext uri="{BB962C8B-B14F-4D97-AF65-F5344CB8AC3E}">
        <p14:creationId xmlns:p14="http://schemas.microsoft.com/office/powerpoint/2010/main" val="2089928048"/>
      </p:ext>
    </p:extLst>
  </p:cSld>
  <p:clrMapOvr>
    <a:masterClrMapping/>
  </p:clrMapOvr>
  <mc:AlternateContent xmlns:mc="http://schemas.openxmlformats.org/markup-compatibility/2006" xmlns:p14="http://schemas.microsoft.com/office/powerpoint/2010/main">
    <mc:Choice Requires="p14">
      <p:transition spd="slow" p14:dur="2000" advTm="54434"/>
    </mc:Choice>
    <mc:Fallback xmlns="">
      <p:transition spd="slow" advTm="5443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53A5C-C2FB-6517-A4A6-B265C11E3A7E}"/>
              </a:ext>
            </a:extLst>
          </p:cNvPr>
          <p:cNvSpPr>
            <a:spLocks noGrp="1"/>
          </p:cNvSpPr>
          <p:nvPr>
            <p:ph type="title"/>
          </p:nvPr>
        </p:nvSpPr>
        <p:spPr>
          <a:xfrm>
            <a:off x="837866" y="231731"/>
            <a:ext cx="10881360" cy="896488"/>
          </a:xfrm>
        </p:spPr>
        <p:txBody>
          <a:bodyPr/>
          <a:lstStyle/>
          <a:p>
            <a:r>
              <a:rPr lang="en-IN" dirty="0"/>
              <a:t>Present The Best Model </a:t>
            </a:r>
          </a:p>
        </p:txBody>
      </p:sp>
      <p:sp>
        <p:nvSpPr>
          <p:cNvPr id="6" name="TextBox 5">
            <a:extLst>
              <a:ext uri="{FF2B5EF4-FFF2-40B4-BE49-F238E27FC236}">
                <a16:creationId xmlns:a16="http://schemas.microsoft.com/office/drawing/2014/main" id="{1C80210A-AED5-1A4F-66D3-B3D1F1E9D7CE}"/>
              </a:ext>
            </a:extLst>
          </p:cNvPr>
          <p:cNvSpPr txBox="1"/>
          <p:nvPr/>
        </p:nvSpPr>
        <p:spPr>
          <a:xfrm>
            <a:off x="6526060" y="1716067"/>
            <a:ext cx="5574082" cy="4216539"/>
          </a:xfrm>
          <a:prstGeom prst="rect">
            <a:avLst/>
          </a:prstGeom>
          <a:noFill/>
        </p:spPr>
        <p:txBody>
          <a:bodyPr wrap="square" rtlCol="0">
            <a:spAutoFit/>
          </a:bodyPr>
          <a:lstStyle/>
          <a:p>
            <a:pPr algn="just"/>
            <a:r>
              <a:rPr lang="en-US" sz="3600" b="1" dirty="0">
                <a:solidFill>
                  <a:schemeClr val="bg1"/>
                </a:solidFill>
                <a:latin typeface="Times New Roman" panose="02020603050405020304" pitchFamily="18" charset="0"/>
                <a:cs typeface="Times New Roman" panose="02020603050405020304" pitchFamily="18" charset="0"/>
              </a:rPr>
              <a:t>Recommendation:</a:t>
            </a:r>
          </a:p>
          <a:p>
            <a:pPr algn="just"/>
            <a:endParaRPr lang="en-US" sz="3600" b="1" dirty="0">
              <a:solidFill>
                <a:schemeClr val="bg1"/>
              </a:solidFill>
              <a:latin typeface="Times New Roman" panose="02020603050405020304" pitchFamily="18" charset="0"/>
              <a:cs typeface="Times New Roman" panose="02020603050405020304" pitchFamily="18" charset="0"/>
            </a:endParaRPr>
          </a:p>
          <a:p>
            <a:pPr algn="just"/>
            <a:r>
              <a:rPr lang="en-US" sz="2800" dirty="0">
                <a:solidFill>
                  <a:schemeClr val="bg1"/>
                </a:solidFill>
                <a:latin typeface="Times New Roman" panose="02020603050405020304" pitchFamily="18" charset="0"/>
                <a:cs typeface="Times New Roman" panose="02020603050405020304" pitchFamily="18" charset="0"/>
              </a:rPr>
              <a:t>The model with K = 7 is the optimal choice, providing a strong balance of accuracy, precision, and recall. Its confusion matrix indicates a more even error distribution compared to K = 15, making it the most suitable model for the given dataset.</a:t>
            </a:r>
            <a:endParaRPr lang="en-IN" sz="2800" dirty="0">
              <a:solidFill>
                <a:schemeClr val="bg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FB8B198-0D91-4998-4DD7-B277DC8AF134}"/>
              </a:ext>
            </a:extLst>
          </p:cNvPr>
          <p:cNvPicPr>
            <a:picLocks noChangeAspect="1"/>
          </p:cNvPicPr>
          <p:nvPr/>
        </p:nvPicPr>
        <p:blipFill>
          <a:blip r:embed="rId2"/>
          <a:stretch>
            <a:fillRect/>
          </a:stretch>
        </p:blipFill>
        <p:spPr>
          <a:xfrm>
            <a:off x="980361" y="1128220"/>
            <a:ext cx="5270127" cy="5498050"/>
          </a:xfrm>
          <a:prstGeom prst="rect">
            <a:avLst/>
          </a:prstGeom>
        </p:spPr>
      </p:pic>
    </p:spTree>
    <p:extLst>
      <p:ext uri="{BB962C8B-B14F-4D97-AF65-F5344CB8AC3E}">
        <p14:creationId xmlns:p14="http://schemas.microsoft.com/office/powerpoint/2010/main" val="2933477850"/>
      </p:ext>
    </p:extLst>
  </p:cSld>
  <p:clrMapOvr>
    <a:masterClrMapping/>
  </p:clrMapOvr>
  <mc:AlternateContent xmlns:mc="http://schemas.openxmlformats.org/markup-compatibility/2006" xmlns:p14="http://schemas.microsoft.com/office/powerpoint/2010/main">
    <mc:Choice Requires="p14">
      <p:transition spd="slow" p14:dur="2000" advTm="52399"/>
    </mc:Choice>
    <mc:Fallback xmlns="">
      <p:transition spd="slow" advTm="52399"/>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9BE843A-3CA3-E42A-C74D-1F3104BE39ED}"/>
              </a:ext>
            </a:extLst>
          </p:cNvPr>
          <p:cNvSpPr txBox="1"/>
          <p:nvPr/>
        </p:nvSpPr>
        <p:spPr>
          <a:xfrm>
            <a:off x="764087" y="1265130"/>
            <a:ext cx="10885118" cy="4893647"/>
          </a:xfrm>
          <a:prstGeom prst="rect">
            <a:avLst/>
          </a:prstGeom>
          <a:noFill/>
        </p:spPr>
        <p:txBody>
          <a:bodyPr wrap="square" rtlCol="0">
            <a:spAutoFit/>
          </a:bodyPr>
          <a:lstStyle/>
          <a:p>
            <a:pPr marL="342900" indent="-342900" algn="just">
              <a:buFontTx/>
              <a:buChar char="-"/>
            </a:pPr>
            <a:r>
              <a:rPr lang="en-US" sz="2600" dirty="0">
                <a:solidFill>
                  <a:schemeClr val="bg1"/>
                </a:solidFill>
                <a:latin typeface="Times New Roman" panose="02020603050405020304" pitchFamily="18" charset="0"/>
                <a:cs typeface="Times New Roman" panose="02020603050405020304" pitchFamily="18" charset="0"/>
              </a:rPr>
              <a:t>Feature Engineering: Investigate new features or refine existing ones to enhance the model's ability to differentiate between classes.</a:t>
            </a:r>
          </a:p>
          <a:p>
            <a:pPr marL="342900" indent="-342900" algn="just">
              <a:buFontTx/>
              <a:buChar char="-"/>
            </a:pPr>
            <a:r>
              <a:rPr lang="en-US" sz="2600" dirty="0">
                <a:solidFill>
                  <a:schemeClr val="bg1"/>
                </a:solidFill>
                <a:latin typeface="Times New Roman" panose="02020603050405020304" pitchFamily="18" charset="0"/>
                <a:cs typeface="Times New Roman" panose="02020603050405020304" pitchFamily="18" charset="0"/>
              </a:rPr>
              <a:t>Algorithm Tuning: Optimize the K value and experiment with weighted distance metrics in the KNN algorithm to better manage class imbalances.</a:t>
            </a:r>
          </a:p>
          <a:p>
            <a:pPr marL="342900" indent="-342900" algn="just">
              <a:buFontTx/>
              <a:buChar char="-"/>
            </a:pPr>
            <a:r>
              <a:rPr lang="en-US" sz="2600" dirty="0">
                <a:solidFill>
                  <a:schemeClr val="bg1"/>
                </a:solidFill>
                <a:latin typeface="Times New Roman" panose="02020603050405020304" pitchFamily="18" charset="0"/>
                <a:cs typeface="Times New Roman" panose="02020603050405020304" pitchFamily="18" charset="0"/>
              </a:rPr>
              <a:t>Data Sampling: Apply techniques such as SMOTE or adaptive synthetic sampling to balance the class distribution and reduce biases highlighted by the confusion matrices.</a:t>
            </a:r>
          </a:p>
          <a:p>
            <a:pPr marL="342900" indent="-342900" algn="just">
              <a:buFontTx/>
              <a:buChar char="-"/>
            </a:pPr>
            <a:r>
              <a:rPr lang="en-US" sz="2600" dirty="0">
                <a:solidFill>
                  <a:schemeClr val="bg1"/>
                </a:solidFill>
                <a:latin typeface="Times New Roman" panose="02020603050405020304" pitchFamily="18" charset="0"/>
                <a:cs typeface="Times New Roman" panose="02020603050405020304" pitchFamily="18" charset="0"/>
              </a:rPr>
              <a:t>Ensemble Methods: Explore ensemble techniques like bagging or boosting combined with KNN to improve the model's robustness and accuracy.</a:t>
            </a:r>
          </a:p>
          <a:p>
            <a:pPr marL="342900" indent="-342900" algn="just">
              <a:buFontTx/>
              <a:buChar char="-"/>
            </a:pPr>
            <a:r>
              <a:rPr lang="en-US" sz="2600" dirty="0">
                <a:solidFill>
                  <a:schemeClr val="bg1"/>
                </a:solidFill>
                <a:latin typeface="Times New Roman" panose="02020603050405020304" pitchFamily="18" charset="0"/>
                <a:cs typeface="Times New Roman" panose="02020603050405020304" pitchFamily="18" charset="0"/>
              </a:rPr>
              <a:t>These strategies have the potential to significantly enhance model performance, resulting in improved classification accuracy and more dependable predictions.</a:t>
            </a:r>
          </a:p>
        </p:txBody>
      </p:sp>
      <p:sp>
        <p:nvSpPr>
          <p:cNvPr id="8" name="TextBox 7">
            <a:extLst>
              <a:ext uri="{FF2B5EF4-FFF2-40B4-BE49-F238E27FC236}">
                <a16:creationId xmlns:a16="http://schemas.microsoft.com/office/drawing/2014/main" id="{0BC7C92C-A66D-D6F9-D5DD-B2DC5B87DBDE}"/>
              </a:ext>
            </a:extLst>
          </p:cNvPr>
          <p:cNvSpPr txBox="1"/>
          <p:nvPr/>
        </p:nvSpPr>
        <p:spPr>
          <a:xfrm>
            <a:off x="876822" y="112734"/>
            <a:ext cx="11315178" cy="923330"/>
          </a:xfrm>
          <a:prstGeom prst="rect">
            <a:avLst/>
          </a:prstGeom>
          <a:noFill/>
        </p:spPr>
        <p:txBody>
          <a:bodyPr wrap="square" rtlCol="0">
            <a:spAutoFit/>
          </a:bodyPr>
          <a:lstStyle/>
          <a:p>
            <a:pPr algn="ctr"/>
            <a:r>
              <a:rPr lang="en-IN" sz="5400" b="1" dirty="0">
                <a:solidFill>
                  <a:schemeClr val="bg1"/>
                </a:solidFill>
                <a:latin typeface="+mj-lt"/>
                <a:cs typeface="Times New Roman" panose="02020603050405020304" pitchFamily="18" charset="0"/>
              </a:rPr>
              <a:t>Suggestions for Improvement</a:t>
            </a:r>
          </a:p>
        </p:txBody>
      </p:sp>
    </p:spTree>
    <p:extLst>
      <p:ext uri="{BB962C8B-B14F-4D97-AF65-F5344CB8AC3E}">
        <p14:creationId xmlns:p14="http://schemas.microsoft.com/office/powerpoint/2010/main" val="3886176833"/>
      </p:ext>
    </p:extLst>
  </p:cSld>
  <p:clrMapOvr>
    <a:masterClrMapping/>
  </p:clrMapOvr>
  <mc:AlternateContent xmlns:mc="http://schemas.openxmlformats.org/markup-compatibility/2006" xmlns:p14="http://schemas.microsoft.com/office/powerpoint/2010/main">
    <mc:Choice Requires="p14">
      <p:transition spd="slow" p14:dur="2000" advTm="79029"/>
    </mc:Choice>
    <mc:Fallback xmlns="">
      <p:transition spd="slow" advTm="79029"/>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5BC92-868A-26B2-CBC0-C9D94E65F1A4}"/>
              </a:ext>
            </a:extLst>
          </p:cNvPr>
          <p:cNvSpPr>
            <a:spLocks noGrp="1"/>
          </p:cNvSpPr>
          <p:nvPr>
            <p:ph type="ctrTitle"/>
          </p:nvPr>
        </p:nvSpPr>
        <p:spPr>
          <a:xfrm>
            <a:off x="2102827" y="704965"/>
            <a:ext cx="7735824" cy="1069848"/>
          </a:xfrm>
        </p:spPr>
        <p:txBody>
          <a:bodyPr/>
          <a:lstStyle/>
          <a:p>
            <a:r>
              <a:rPr lang="en-US" dirty="0">
                <a:ln w="28575">
                  <a:noFill/>
                  <a:prstDash val="solid"/>
                </a:ln>
                <a:latin typeface="Tw Cen MT" panose="020B0602020104020603" pitchFamily="34" charset="77"/>
                <a:ea typeface="Verdana" panose="020B0604030504040204" pitchFamily="34" charset="0"/>
              </a:rPr>
              <a:t>Conclusion</a:t>
            </a:r>
            <a:endParaRPr lang="en-US" dirty="0"/>
          </a:p>
        </p:txBody>
      </p:sp>
      <p:sp>
        <p:nvSpPr>
          <p:cNvPr id="3" name="Subtitle 2">
            <a:extLst>
              <a:ext uri="{FF2B5EF4-FFF2-40B4-BE49-F238E27FC236}">
                <a16:creationId xmlns:a16="http://schemas.microsoft.com/office/drawing/2014/main" id="{6F9C1627-7A56-025E-482D-E2AB014EDF92}"/>
              </a:ext>
            </a:extLst>
          </p:cNvPr>
          <p:cNvSpPr>
            <a:spLocks noGrp="1"/>
          </p:cNvSpPr>
          <p:nvPr>
            <p:ph type="subTitle" idx="1"/>
          </p:nvPr>
        </p:nvSpPr>
        <p:spPr>
          <a:xfrm>
            <a:off x="1665962" y="1906336"/>
            <a:ext cx="8855901" cy="3755428"/>
          </a:xfrm>
        </p:spPr>
        <p:txBody>
          <a:bodyPr/>
          <a:lstStyle/>
          <a:p>
            <a:pPr algn="just"/>
            <a:r>
              <a:rPr lang="en-US" sz="2400" dirty="0">
                <a:solidFill>
                  <a:schemeClr val="bg1"/>
                </a:solidFill>
                <a:latin typeface="Times New Roman" panose="02020603050405020304" pitchFamily="18" charset="0"/>
                <a:ea typeface="+mn-lt"/>
                <a:cs typeface="Times New Roman" panose="02020603050405020304" pitchFamily="18" charset="0"/>
              </a:rPr>
              <a:t>This project utilized the K-Nearest Neighbors (KNN) algorithm for multiclass classification on real-world data. Models with K values of 3, 7, and 15 were evaluated using accuracy, precision, recall, and specificity. The model with K = 7 performed best, achieving a precision of 0.80 and balanced error rates. The study highlighted the importance of parameter tuning and model validation while proposing future improvements such as feature engineering, addressing class imbalance, and using ensemble methods. This work demonstrates KNN's effectiveness in multiclass classification and provides insights for enhancing real-world model performance.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8759625"/>
      </p:ext>
    </p:extLst>
  </p:cSld>
  <p:clrMapOvr>
    <a:masterClrMapping/>
  </p:clrMapOvr>
  <mc:AlternateContent xmlns:mc="http://schemas.openxmlformats.org/markup-compatibility/2006" xmlns:p14="http://schemas.microsoft.com/office/powerpoint/2010/main">
    <mc:Choice Requires="p14">
      <p:transition spd="slow" p14:dur="2000" advTm="67280"/>
    </mc:Choice>
    <mc:Fallback xmlns="">
      <p:transition spd="slow" advTm="6728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1892-81E6-551C-7B5A-DEA68224520B}"/>
              </a:ext>
            </a:extLst>
          </p:cNvPr>
          <p:cNvSpPr>
            <a:spLocks noGrp="1"/>
          </p:cNvSpPr>
          <p:nvPr>
            <p:ph type="title"/>
          </p:nvPr>
        </p:nvSpPr>
        <p:spPr>
          <a:xfrm>
            <a:off x="5736771" y="1856232"/>
            <a:ext cx="5574357" cy="1069848"/>
          </a:xfrm>
        </p:spPr>
        <p:txBody>
          <a:bodyPr/>
          <a:lstStyle/>
          <a:p>
            <a:pPr algn="ctr"/>
            <a:r>
              <a:rPr lang="en-US" sz="6000" b="1" spc="600" dirty="0">
                <a:ln w="28575">
                  <a:noFill/>
                  <a:prstDash val="solid"/>
                </a:ln>
                <a:solidFill>
                  <a:schemeClr val="bg1"/>
                </a:solidFill>
                <a:latin typeface="Tw Cen MT" panose="020B0602020104020603" pitchFamily="34" charset="77"/>
              </a:rPr>
              <a:t>THANK YOU</a:t>
            </a:r>
            <a:endParaRPr lang="en-US" sz="6000" dirty="0"/>
          </a:p>
        </p:txBody>
      </p:sp>
    </p:spTree>
    <p:extLst>
      <p:ext uri="{BB962C8B-B14F-4D97-AF65-F5344CB8AC3E}">
        <p14:creationId xmlns:p14="http://schemas.microsoft.com/office/powerpoint/2010/main" val="1877701230"/>
      </p:ext>
    </p:extLst>
  </p:cSld>
  <p:clrMapOvr>
    <a:masterClrMapping/>
  </p:clrMapOvr>
  <mc:AlternateContent xmlns:mc="http://schemas.openxmlformats.org/markup-compatibility/2006" xmlns:p14="http://schemas.microsoft.com/office/powerpoint/2010/main">
    <mc:Choice Requires="p14">
      <p:transition spd="slow" p14:dur="2000" advTm="5127"/>
    </mc:Choice>
    <mc:Fallback xmlns="">
      <p:transition spd="slow" advTm="5127"/>
    </mc:Fallback>
  </mc:AlternateContent>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design_Win32_CP_v13" id="{7A406372-3134-432A-A498-73868680C33B}" vid="{88D369DF-875A-4C31-AFF3-DEF6B94343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8B8ECF1-2A9D-464C-AFE8-2B3295D0BF9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76493A3-2B83-4E58-86AD-56A2F2A20F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1F1912-3146-44AF-A389-9E8B77BB368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Financial design</Template>
  <TotalTime>1678</TotalTime>
  <Words>956</Words>
  <Application>Microsoft Office PowerPoint</Application>
  <PresentationFormat>Widescreen</PresentationFormat>
  <Paragraphs>79</Paragraphs>
  <Slides>15</Slides>
  <Notes>1</Notes>
  <HiddenSlides>0</HiddenSlides>
  <MMClips>2</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Courier New</vt:lpstr>
      <vt:lpstr>Segoe UI Light</vt:lpstr>
      <vt:lpstr>Times New Roman</vt:lpstr>
      <vt:lpstr>Tw Cen MT</vt:lpstr>
      <vt:lpstr>Office Theme</vt:lpstr>
      <vt:lpstr>Employee dataset</vt:lpstr>
      <vt:lpstr>CONTENTS</vt:lpstr>
      <vt:lpstr>INTRODUCTION</vt:lpstr>
      <vt:lpstr>Code &amp; outputs</vt:lpstr>
      <vt:lpstr>PowerPoint Presentation</vt:lpstr>
      <vt:lpstr>PowerPoint Presentation</vt:lpstr>
      <vt:lpstr>Preparing the Dataset </vt:lpstr>
      <vt:lpstr>Data Partitioning</vt:lpstr>
      <vt:lpstr>Different values of K </vt:lpstr>
      <vt:lpstr>Training Phase</vt:lpstr>
      <vt:lpstr>Evaluation Phase </vt:lpstr>
      <vt:lpstr>Present The Best Model </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Preyash Patel</dc:creator>
  <cp:lastModifiedBy>Preyash Patel</cp:lastModifiedBy>
  <cp:revision>4</cp:revision>
  <dcterms:created xsi:type="dcterms:W3CDTF">2024-12-14T08:16:15Z</dcterms:created>
  <dcterms:modified xsi:type="dcterms:W3CDTF">2025-12-31T17:03:43Z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